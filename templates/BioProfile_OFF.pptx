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rial" panose="020B0604020202020204" pitchFamily="34" charset="0"/>
      <p:regular r:id="rId4"/>
    </p:embeddedFont>
    <p:embeddedFont>
      <p:font typeface="Arial Bold" panose="020B0604020202020204" charset="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46963" y="845963"/>
            <a:ext cx="594065" cy="18288000"/>
            <a:chOff x="0" y="0"/>
            <a:chExt cx="792086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2099" cy="24384000"/>
            </a:xfrm>
            <a:custGeom>
              <a:avLst/>
              <a:gdLst/>
              <a:ahLst/>
              <a:cxnLst/>
              <a:rect l="l" t="t" r="r" b="b"/>
              <a:pathLst>
                <a:path w="792099" h="24384000">
                  <a:moveTo>
                    <a:pt x="0" y="0"/>
                  </a:moveTo>
                  <a:lnTo>
                    <a:pt x="792099" y="0"/>
                  </a:lnTo>
                  <a:lnTo>
                    <a:pt x="792099" y="24384000"/>
                  </a:lnTo>
                  <a:lnTo>
                    <a:pt x="0" y="24384000"/>
                  </a:lnTo>
                  <a:close/>
                </a:path>
              </a:pathLst>
            </a:custGeom>
            <a:solidFill>
              <a:srgbClr val="17456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9662" y="9835115"/>
            <a:ext cx="1559433" cy="309705"/>
            <a:chOff x="0" y="0"/>
            <a:chExt cx="2079244" cy="412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9244" cy="412877"/>
            </a:xfrm>
            <a:custGeom>
              <a:avLst/>
              <a:gdLst/>
              <a:ahLst/>
              <a:cxnLst/>
              <a:rect l="l" t="t" r="r" b="b"/>
              <a:pathLst>
                <a:path w="2079244" h="412877">
                  <a:moveTo>
                    <a:pt x="0" y="0"/>
                  </a:moveTo>
                  <a:lnTo>
                    <a:pt x="2079244" y="0"/>
                  </a:lnTo>
                  <a:lnTo>
                    <a:pt x="2079244" y="412877"/>
                  </a:lnTo>
                  <a:lnTo>
                    <a:pt x="0" y="412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71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085" y="1493387"/>
            <a:ext cx="833123" cy="106680"/>
            <a:chOff x="0" y="0"/>
            <a:chExt cx="1110831" cy="14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0869" cy="142240"/>
            </a:xfrm>
            <a:custGeom>
              <a:avLst/>
              <a:gdLst/>
              <a:ahLst/>
              <a:cxnLst/>
              <a:rect l="l" t="t" r="r" b="b"/>
              <a:pathLst>
                <a:path w="1110869" h="142240">
                  <a:moveTo>
                    <a:pt x="0" y="0"/>
                  </a:moveTo>
                  <a:lnTo>
                    <a:pt x="1110869" y="0"/>
                  </a:lnTo>
                  <a:lnTo>
                    <a:pt x="1110869" y="142240"/>
                  </a:lnTo>
                  <a:lnTo>
                    <a:pt x="0" y="142240"/>
                  </a:lnTo>
                  <a:close/>
                </a:path>
              </a:pathLst>
            </a:custGeom>
            <a:solidFill>
              <a:srgbClr val="174564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-4877" y="-9525"/>
            <a:ext cx="4049420" cy="9740132"/>
          </a:xfrm>
          <a:custGeom>
            <a:avLst/>
            <a:gdLst/>
            <a:ahLst/>
            <a:cxnLst/>
            <a:rect l="l" t="t" r="r" b="b"/>
            <a:pathLst>
              <a:path w="4049420" h="9740132">
                <a:moveTo>
                  <a:pt x="0" y="0"/>
                </a:moveTo>
                <a:lnTo>
                  <a:pt x="4049421" y="0"/>
                </a:lnTo>
                <a:lnTo>
                  <a:pt x="4049421" y="9740132"/>
                </a:lnTo>
                <a:lnTo>
                  <a:pt x="0" y="974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79056" y="144066"/>
            <a:ext cx="12683033" cy="663702"/>
          </a:xfrm>
          <a:custGeom>
            <a:avLst/>
            <a:gdLst/>
            <a:ahLst/>
            <a:cxnLst/>
            <a:rect l="l" t="t" r="r" b="b"/>
            <a:pathLst>
              <a:path w="12683033" h="663702">
                <a:moveTo>
                  <a:pt x="0" y="0"/>
                </a:moveTo>
                <a:lnTo>
                  <a:pt x="12683032" y="0"/>
                </a:lnTo>
                <a:lnTo>
                  <a:pt x="12683032" y="663702"/>
                </a:lnTo>
                <a:lnTo>
                  <a:pt x="0" y="663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4044" y="527399"/>
            <a:ext cx="2384412" cy="408851"/>
            <a:chOff x="0" y="0"/>
            <a:chExt cx="3179216" cy="545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79191" cy="545084"/>
            </a:xfrm>
            <a:custGeom>
              <a:avLst/>
              <a:gdLst/>
              <a:ahLst/>
              <a:cxnLst/>
              <a:rect l="l" t="t" r="r" b="b"/>
              <a:pathLst>
                <a:path w="3179191" h="545084">
                  <a:moveTo>
                    <a:pt x="0" y="0"/>
                  </a:moveTo>
                  <a:lnTo>
                    <a:pt x="3179191" y="0"/>
                  </a:lnTo>
                  <a:lnTo>
                    <a:pt x="3179191" y="545084"/>
                  </a:lnTo>
                  <a:lnTo>
                    <a:pt x="0" y="545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5125" y="2549138"/>
            <a:ext cx="1390650" cy="73914"/>
            <a:chOff x="0" y="0"/>
            <a:chExt cx="1854200" cy="98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090103" y="6292139"/>
            <a:ext cx="2625366" cy="446856"/>
            <a:chOff x="0" y="0"/>
            <a:chExt cx="3500488" cy="595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0501" cy="595757"/>
            </a:xfrm>
            <a:custGeom>
              <a:avLst/>
              <a:gdLst/>
              <a:ahLst/>
              <a:cxnLst/>
              <a:rect l="l" t="t" r="r" b="b"/>
              <a:pathLst>
                <a:path w="3500501" h="595757">
                  <a:moveTo>
                    <a:pt x="0" y="0"/>
                  </a:moveTo>
                  <a:lnTo>
                    <a:pt x="3500501" y="0"/>
                  </a:lnTo>
                  <a:lnTo>
                    <a:pt x="3500501" y="595757"/>
                  </a:lnTo>
                  <a:lnTo>
                    <a:pt x="0" y="595757"/>
                  </a:lnTo>
                  <a:close/>
                </a:path>
              </a:pathLst>
            </a:custGeom>
            <a:solidFill>
              <a:srgbClr val="1B3A5C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500488" cy="6434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SKILLS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90103" y="6706229"/>
            <a:ext cx="2625366" cy="51921"/>
            <a:chOff x="0" y="0"/>
            <a:chExt cx="3500488" cy="692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915144" y="6292139"/>
            <a:ext cx="2625385" cy="446722"/>
            <a:chOff x="0" y="0"/>
            <a:chExt cx="3500514" cy="5956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00501" cy="595630"/>
            </a:xfrm>
            <a:custGeom>
              <a:avLst/>
              <a:gdLst/>
              <a:ahLst/>
              <a:cxnLst/>
              <a:rect l="l" t="t" r="r" b="b"/>
              <a:pathLst>
                <a:path w="3500501" h="595630">
                  <a:moveTo>
                    <a:pt x="0" y="0"/>
                  </a:moveTo>
                  <a:lnTo>
                    <a:pt x="3500501" y="0"/>
                  </a:lnTo>
                  <a:lnTo>
                    <a:pt x="3500501" y="595630"/>
                  </a:lnTo>
                  <a:lnTo>
                    <a:pt x="0" y="595630"/>
                  </a:lnTo>
                  <a:close/>
                </a:path>
              </a:pathLst>
            </a:custGeom>
            <a:solidFill>
              <a:srgbClr val="1B3A5C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500514" cy="6432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SKILLS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5144" y="6706229"/>
            <a:ext cx="2625385" cy="51892"/>
            <a:chOff x="0" y="0"/>
            <a:chExt cx="3500514" cy="691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280021" y="1342234"/>
            <a:ext cx="14032354" cy="4878000"/>
            <a:chOff x="0" y="0"/>
            <a:chExt cx="18709805" cy="6504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709801" cy="6504000"/>
            </a:xfrm>
            <a:custGeom>
              <a:avLst/>
              <a:gdLst/>
              <a:ahLst/>
              <a:cxnLst/>
              <a:rect l="l" t="t" r="r" b="b"/>
              <a:pathLst>
                <a:path w="18709801" h="6504000">
                  <a:moveTo>
                    <a:pt x="0" y="0"/>
                  </a:moveTo>
                  <a:lnTo>
                    <a:pt x="18709801" y="0"/>
                  </a:lnTo>
                  <a:lnTo>
                    <a:pt x="18709801" y="6504000"/>
                  </a:lnTo>
                  <a:lnTo>
                    <a:pt x="0" y="65040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6051" b="-605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8709805" cy="6551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91026" lvl="1" indent="-295513" algn="l">
                <a:lnSpc>
                  <a:spcPts val="2690"/>
                </a:lnSpc>
                <a:buFont typeface="Arial"/>
                <a:buChar char="•"/>
              </a:pPr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{{PROJET_DESC}}</a:t>
              </a: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8528790" y="7882785"/>
            <a:ext cx="1390650" cy="73952"/>
            <a:chOff x="0" y="0"/>
            <a:chExt cx="1854200" cy="986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465246" y="6292139"/>
            <a:ext cx="2625385" cy="446722"/>
            <a:chOff x="0" y="0"/>
            <a:chExt cx="3500514" cy="59563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00501" cy="595630"/>
            </a:xfrm>
            <a:custGeom>
              <a:avLst/>
              <a:gdLst/>
              <a:ahLst/>
              <a:cxnLst/>
              <a:rect l="l" t="t" r="r" b="b"/>
              <a:pathLst>
                <a:path w="3500501" h="595630">
                  <a:moveTo>
                    <a:pt x="0" y="0"/>
                  </a:moveTo>
                  <a:lnTo>
                    <a:pt x="3500501" y="0"/>
                  </a:lnTo>
                  <a:lnTo>
                    <a:pt x="3500501" y="595630"/>
                  </a:lnTo>
                  <a:lnTo>
                    <a:pt x="0" y="595630"/>
                  </a:lnTo>
                  <a:close/>
                </a:path>
              </a:pathLst>
            </a:custGeom>
            <a:solidFill>
              <a:srgbClr val="1B3A5C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500514" cy="6432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465246" y="6706229"/>
            <a:ext cx="2625385" cy="51892"/>
            <a:chOff x="0" y="0"/>
            <a:chExt cx="3500514" cy="691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 rot="5400000">
            <a:off x="13148586" y="7882785"/>
            <a:ext cx="1390650" cy="73952"/>
            <a:chOff x="0" y="0"/>
            <a:chExt cx="1854200" cy="986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456619" y="6070892"/>
            <a:ext cx="2939291" cy="442978"/>
            <a:chOff x="0" y="0"/>
            <a:chExt cx="3919055" cy="59063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19093" cy="590570"/>
            </a:xfrm>
            <a:custGeom>
              <a:avLst/>
              <a:gdLst/>
              <a:ahLst/>
              <a:cxnLst/>
              <a:rect l="l" t="t" r="r" b="b"/>
              <a:pathLst>
                <a:path w="3919093" h="590570">
                  <a:moveTo>
                    <a:pt x="0" y="0"/>
                  </a:moveTo>
                  <a:lnTo>
                    <a:pt x="3919093" y="0"/>
                  </a:lnTo>
                  <a:lnTo>
                    <a:pt x="3919093" y="590570"/>
                  </a:lnTo>
                  <a:lnTo>
                    <a:pt x="0" y="590570"/>
                  </a:ln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174564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919055" cy="609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Disponibilité : {{DISPO}}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5504" y="2732215"/>
            <a:ext cx="2621471" cy="3275143"/>
            <a:chOff x="0" y="0"/>
            <a:chExt cx="3495294" cy="436685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95294" cy="4366895"/>
            </a:xfrm>
            <a:custGeom>
              <a:avLst/>
              <a:gdLst/>
              <a:ahLst/>
              <a:cxnLst/>
              <a:rect l="l" t="t" r="r" b="b"/>
              <a:pathLst>
                <a:path w="3495294" h="4366895">
                  <a:moveTo>
                    <a:pt x="0" y="0"/>
                  </a:moveTo>
                  <a:lnTo>
                    <a:pt x="3495294" y="0"/>
                  </a:lnTo>
                  <a:lnTo>
                    <a:pt x="3495294" y="4366895"/>
                  </a:lnTo>
                  <a:lnTo>
                    <a:pt x="0" y="4366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6251" t="-76223" r="-56251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14878669" y="9886826"/>
            <a:ext cx="3211668" cy="19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SEGULA Technologies – Tous droits réservés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80021" y="93326"/>
            <a:ext cx="12331579" cy="709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endParaRPr dirty="0"/>
          </a:p>
          <a:p>
            <a:pPr algn="just">
              <a:lnSpc>
                <a:spcPts val="1584"/>
              </a:lnSpc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EXPERIENCES</a:t>
            </a:r>
            <a:r>
              <a:rPr lang="en-US" sz="1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1980"/>
              </a:lnSpc>
            </a:pPr>
            <a:r>
              <a:rPr lang="en-US" sz="165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{{PROJET_TITRE}}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9047" y="1021785"/>
            <a:ext cx="3554397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{{NOM}}</a:t>
            </a:r>
          </a:p>
          <a:p>
            <a:pPr algn="ctr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{{TITRE}}</a:t>
            </a:r>
          </a:p>
          <a:p>
            <a:pPr algn="ctr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79041" y="7038775"/>
            <a:ext cx="3764547" cy="26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Languages: </a:t>
            </a:r>
          </a:p>
          <a:p>
            <a:pPr algn="l">
              <a:lnSpc>
                <a:spcPts val="252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{{LANGUES}}</a:t>
            </a: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180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425829" y="7019725"/>
            <a:ext cx="4580401" cy="250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{{HARD}}</a:t>
            </a: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88443" y="6941906"/>
            <a:ext cx="4291498" cy="25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{{SOFT}}</a:t>
            </a: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77178" lvl="1" algn="l">
              <a:lnSpc>
                <a:spcPts val="216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347050" y="6941896"/>
            <a:ext cx="3873903" cy="25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{{OUTILS}}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02310" lvl="1" indent="-351155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27548" y="2753937"/>
            <a:ext cx="2597381" cy="3185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200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{{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</a:t>
            </a:r>
            <a:r>
              <a:rPr lang="en-US" sz="14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}}</a:t>
            </a:r>
          </a:p>
          <a:p>
            <a:pPr algn="ctr">
              <a:lnSpc>
                <a:spcPct val="25000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25000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250000"/>
              </a:lnSpc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spcBef>
                <a:spcPct val="0"/>
              </a:spcBef>
            </a:pPr>
            <a:endParaRPr lang="en-US" sz="14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54</Words>
  <Application>Microsoft Office PowerPoint</Application>
  <PresentationFormat>Personnalisé</PresentationFormat>
  <Paragraphs>62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 Bold</vt:lpstr>
      <vt:lpstr>Calibri (MS)</vt:lpstr>
      <vt:lpstr>Arial</vt:lpstr>
      <vt:lpstr>Calibri</vt:lpstr>
      <vt:lpstr>Calibri (MS)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 Profile_OFF.pptx</dc:title>
  <cp:lastModifiedBy>Aya FARMATI</cp:lastModifiedBy>
  <cp:revision>3</cp:revision>
  <dcterms:created xsi:type="dcterms:W3CDTF">2006-08-16T00:00:00Z</dcterms:created>
  <dcterms:modified xsi:type="dcterms:W3CDTF">2026-08-02T17:13:28Z</dcterms:modified>
  <dc:identifier>DAHQrihl2Og</dc:identifier>
</cp:coreProperties>
</file>