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18288000" cy="10287000"/>
  <p:notesSz cx="6858000" cy="9144000"/>
  <p:embeddedFontLst>
    <p:embeddedFont>
      <p:font typeface="Arial MT Pro Bold" panose="020B0604020202020204" charset="0"/>
      <p:regular r:id="rId3"/>
    </p:embeddedFont>
    <p:embeddedFont>
      <p:font typeface="Calibri" panose="020F0502020204030204" pitchFamily="34" charset="0"/>
      <p:regular r:id="rId4"/>
      <p:bold r:id="rId5"/>
      <p:italic r:id="rId6"/>
      <p:boldItalic r:id="rId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78" d="100"/>
          <a:sy n="78" d="100"/>
        </p:scale>
        <p:origin x="132" y="12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ableStyles" Target="tableStyles.xml"/><Relationship Id="rId5" Type="http://schemas.openxmlformats.org/officeDocument/2006/relationships/font" Target="fonts/font3.fntdata"/><Relationship Id="rId10" Type="http://schemas.openxmlformats.org/officeDocument/2006/relationships/theme" Target="theme/theme1.xml"/><Relationship Id="rId4" Type="http://schemas.openxmlformats.org/officeDocument/2006/relationships/font" Target="fonts/font2.fntdata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5213490" cy="10287000"/>
            <a:chOff x="0" y="0"/>
            <a:chExt cx="1373100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373100" cy="2709333"/>
            </a:xfrm>
            <a:custGeom>
              <a:avLst/>
              <a:gdLst/>
              <a:ahLst/>
              <a:cxnLst/>
              <a:rect l="l" t="t" r="r" b="b"/>
              <a:pathLst>
                <a:path w="1373100" h="2709333">
                  <a:moveTo>
                    <a:pt x="0" y="0"/>
                  </a:moveTo>
                  <a:lnTo>
                    <a:pt x="1373100" y="0"/>
                  </a:lnTo>
                  <a:lnTo>
                    <a:pt x="1373100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17456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373100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47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696860" y="398160"/>
            <a:ext cx="3175352" cy="630540"/>
          </a:xfrm>
          <a:custGeom>
            <a:avLst/>
            <a:gdLst/>
            <a:ahLst/>
            <a:cxnLst/>
            <a:rect l="l" t="t" r="r" b="b"/>
            <a:pathLst>
              <a:path w="3175352" h="630540">
                <a:moveTo>
                  <a:pt x="0" y="0"/>
                </a:moveTo>
                <a:lnTo>
                  <a:pt x="3175352" y="0"/>
                </a:lnTo>
                <a:lnTo>
                  <a:pt x="3175352" y="630540"/>
                </a:lnTo>
                <a:lnTo>
                  <a:pt x="0" y="63054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350" b="-446"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085817" y="1314776"/>
            <a:ext cx="3041855" cy="2754260"/>
            <a:chOff x="0" y="0"/>
            <a:chExt cx="801147" cy="72540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01147" cy="725402"/>
            </a:xfrm>
            <a:custGeom>
              <a:avLst/>
              <a:gdLst/>
              <a:ahLst/>
              <a:cxnLst/>
              <a:rect l="l" t="t" r="r" b="b"/>
              <a:pathLst>
                <a:path w="801147" h="725402">
                  <a:moveTo>
                    <a:pt x="0" y="0"/>
                  </a:moveTo>
                  <a:lnTo>
                    <a:pt x="801147" y="0"/>
                  </a:lnTo>
                  <a:lnTo>
                    <a:pt x="801147" y="725402"/>
                  </a:lnTo>
                  <a:lnTo>
                    <a:pt x="0" y="725402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801147" cy="8301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627"/>
                </a:lnSpc>
              </a:pPr>
              <a:endParaRPr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6028428" y="28077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PROJETS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028428" y="529336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Hard Skills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9941686" y="529336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Soft Skills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3655839" y="5293360"/>
            <a:ext cx="5709336" cy="10340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907"/>
              </a:lnSpc>
            </a:pPr>
            <a:r>
              <a:rPr lang="en-US" sz="2791" b="1">
                <a:solidFill>
                  <a:srgbClr val="174564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Outils &amp; Technologies</a:t>
            </a:r>
          </a:p>
          <a:p>
            <a:pPr algn="l">
              <a:lnSpc>
                <a:spcPts val="3907"/>
              </a:lnSpc>
            </a:pPr>
            <a:endParaRPr lang="en-US" sz="2791" b="1">
              <a:solidFill>
                <a:srgbClr val="174564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19092" y="5762738"/>
            <a:ext cx="4849850" cy="43729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627"/>
              </a:lnSpc>
            </a:pPr>
            <a:r>
              <a:rPr lang="en-US" sz="2400" b="1" dirty="0">
                <a:solidFill>
                  <a:srgbClr val="FF52BA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DISPONIBILITÉ : </a:t>
            </a:r>
            <a:r>
              <a:rPr lang="en-US" sz="2400" b="1" dirty="0">
                <a:solidFill>
                  <a:srgbClr val="FFFFFF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{{DISPO}}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19092" y="6797004"/>
            <a:ext cx="5709336" cy="4305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27"/>
              </a:lnSpc>
            </a:pPr>
            <a:r>
              <a:rPr lang="en-US" sz="2400" b="1" dirty="0">
                <a:solidFill>
                  <a:srgbClr val="FF52BA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LANGUES: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085817" y="4250010"/>
            <a:ext cx="3041855" cy="4961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7"/>
              </a:lnSpc>
              <a:spcBef>
                <a:spcPct val="0"/>
              </a:spcBef>
            </a:pPr>
            <a:r>
              <a:rPr lang="en-US" sz="2591" b="1" dirty="0">
                <a:solidFill>
                  <a:srgbClr val="FFFFFF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{{NOM}}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807859" y="7188389"/>
            <a:ext cx="3751544" cy="23249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r>
              <a:rPr lang="en-US" b="1" u="none" strike="noStrike" dirty="0">
                <a:solidFill>
                  <a:srgbClr val="FFFFFF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{{LANGUES}}</a:t>
            </a:r>
          </a:p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endParaRPr lang="en-US" b="1" u="none" strike="noStrike" dirty="0">
              <a:solidFill>
                <a:srgbClr val="FFFFFF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endParaRPr lang="en-US" b="1" u="none" strike="noStrike" dirty="0">
              <a:solidFill>
                <a:srgbClr val="FFFFFF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endParaRPr lang="en-US" b="1" u="none" strike="noStrike" dirty="0">
              <a:solidFill>
                <a:srgbClr val="FFFFFF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l">
              <a:lnSpc>
                <a:spcPts val="3627"/>
              </a:lnSpc>
              <a:spcBef>
                <a:spcPct val="0"/>
              </a:spcBef>
            </a:pPr>
            <a:endParaRPr lang="en-US" b="1" u="none" strike="noStrike" dirty="0">
              <a:solidFill>
                <a:srgbClr val="FFFFFF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6185963" y="933450"/>
            <a:ext cx="11583532" cy="4225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47"/>
              </a:lnSpc>
              <a:spcBef>
                <a:spcPct val="0"/>
              </a:spcBef>
            </a:pPr>
            <a:r>
              <a:rPr lang="en-US" sz="2391" b="1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{{PROJETS}}</a:t>
            </a: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028428" y="5805283"/>
            <a:ext cx="3115572" cy="4225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r>
              <a:rPr lang="en-US" sz="2391" b="1" u="none" strike="noStrike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{{HARD}}</a:t>
            </a: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530636" y="5805283"/>
            <a:ext cx="3265717" cy="4225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r>
              <a:rPr lang="en-US" sz="2391" b="1" u="none" strike="noStrike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{{SOFT}}</a:t>
            </a: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4223688" y="5805283"/>
            <a:ext cx="3035612" cy="4225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r>
              <a:rPr lang="en-US" sz="2391" b="1" u="none" strike="noStrike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{{OUTILS}}</a:t>
            </a: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marL="0" lvl="0" indent="0" algn="ctr">
              <a:lnSpc>
                <a:spcPts val="3347"/>
              </a:lnSpc>
              <a:spcBef>
                <a:spcPct val="0"/>
              </a:spcBef>
            </a:pPr>
            <a:endParaRPr lang="en-US" sz="2391" b="1" u="none" strike="noStrike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085817" y="1357995"/>
            <a:ext cx="3041855" cy="2549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47"/>
              </a:lnSpc>
              <a:spcBef>
                <a:spcPct val="0"/>
              </a:spcBef>
            </a:pPr>
            <a:r>
              <a:rPr lang="en-US" sz="2391" b="1" dirty="0">
                <a:solidFill>
                  <a:srgbClr val="000000"/>
                </a:solidFill>
                <a:latin typeface="Arial MT Pro Bold"/>
                <a:ea typeface="Arial MT Pro Bold"/>
                <a:cs typeface="Arial MT Pro Bold"/>
                <a:sym typeface="Arial MT Pro Bold"/>
              </a:rPr>
              <a:t>{{PHOTO}}</a:t>
            </a: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  <a:p>
            <a:pPr algn="ctr">
              <a:lnSpc>
                <a:spcPts val="3347"/>
              </a:lnSpc>
              <a:spcBef>
                <a:spcPct val="0"/>
              </a:spcBef>
            </a:pPr>
            <a:endParaRPr lang="en-US" sz="2391" b="1" dirty="0">
              <a:solidFill>
                <a:srgbClr val="000000"/>
              </a:solidFill>
              <a:latin typeface="Arial MT Pro Bold"/>
              <a:ea typeface="Arial MT Pro Bold"/>
              <a:cs typeface="Arial MT Pro Bold"/>
              <a:sym typeface="Arial MT Pro Bold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36</Words>
  <Application>Microsoft Office PowerPoint</Application>
  <PresentationFormat>Personnalisé</PresentationFormat>
  <Paragraphs>46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 MT Pro Bold</vt:lpstr>
      <vt:lpstr>Calibri</vt:lpstr>
      <vt:lpstr>Arial</vt:lpstr>
      <vt:lpstr>Office Theme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BioPofile_Template</dc:title>
  <cp:lastModifiedBy>Aya FARMATI</cp:lastModifiedBy>
  <cp:revision>3</cp:revision>
  <dcterms:created xsi:type="dcterms:W3CDTF">2006-08-16T00:00:00Z</dcterms:created>
  <dcterms:modified xsi:type="dcterms:W3CDTF">2026-07-28T11:20:03Z</dcterms:modified>
  <dc:identifier>DAHQkuc4zXc</dc:identifier>
</cp:coreProperties>
</file>