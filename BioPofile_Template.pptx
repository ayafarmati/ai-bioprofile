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Arial MT Pro Bold" panose="020B060402020202020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3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213490" cy="10287000"/>
            <a:chOff x="0" y="0"/>
            <a:chExt cx="13731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3100" cy="2709333"/>
            </a:xfrm>
            <a:custGeom>
              <a:avLst/>
              <a:gdLst/>
              <a:ahLst/>
              <a:cxnLst/>
              <a:rect l="l" t="t" r="r" b="b"/>
              <a:pathLst>
                <a:path w="1373100" h="2709333">
                  <a:moveTo>
                    <a:pt x="0" y="0"/>
                  </a:moveTo>
                  <a:lnTo>
                    <a:pt x="1373100" y="0"/>
                  </a:lnTo>
                  <a:lnTo>
                    <a:pt x="1373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456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731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6860" y="398160"/>
            <a:ext cx="3175352" cy="630540"/>
          </a:xfrm>
          <a:custGeom>
            <a:avLst/>
            <a:gdLst/>
            <a:ahLst/>
            <a:cxnLst/>
            <a:rect l="l" t="t" r="r" b="b"/>
            <a:pathLst>
              <a:path w="3175352" h="630540">
                <a:moveTo>
                  <a:pt x="0" y="0"/>
                </a:moveTo>
                <a:lnTo>
                  <a:pt x="3175352" y="0"/>
                </a:lnTo>
                <a:lnTo>
                  <a:pt x="3175352" y="630540"/>
                </a:lnTo>
                <a:lnTo>
                  <a:pt x="0" y="630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0" b="-446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85817" y="1314776"/>
            <a:ext cx="3041855" cy="2754260"/>
            <a:chOff x="0" y="0"/>
            <a:chExt cx="801147" cy="7254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1147" cy="725402"/>
            </a:xfrm>
            <a:custGeom>
              <a:avLst/>
              <a:gdLst/>
              <a:ahLst/>
              <a:cxnLst/>
              <a:rect l="l" t="t" r="r" b="b"/>
              <a:pathLst>
                <a:path w="801147" h="725402">
                  <a:moveTo>
                    <a:pt x="0" y="0"/>
                  </a:moveTo>
                  <a:lnTo>
                    <a:pt x="801147" y="0"/>
                  </a:lnTo>
                  <a:lnTo>
                    <a:pt x="801147" y="725402"/>
                  </a:lnTo>
                  <a:lnTo>
                    <a:pt x="0" y="7254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801147" cy="83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028428" y="280770"/>
            <a:ext cx="5709336" cy="103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 b="1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PROJETS</a:t>
            </a:r>
          </a:p>
          <a:p>
            <a:pPr algn="l">
              <a:lnSpc>
                <a:spcPts val="3907"/>
              </a:lnSpc>
            </a:pPr>
            <a:endParaRPr lang="en-US" sz="2791" b="1">
              <a:solidFill>
                <a:srgbClr val="174564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28428" y="5293360"/>
            <a:ext cx="5709336" cy="103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 b="1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 Skills</a:t>
            </a:r>
          </a:p>
          <a:p>
            <a:pPr algn="l">
              <a:lnSpc>
                <a:spcPts val="3907"/>
              </a:lnSpc>
            </a:pPr>
            <a:endParaRPr lang="en-US" sz="2791" b="1">
              <a:solidFill>
                <a:srgbClr val="174564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41686" y="5293360"/>
            <a:ext cx="5709336" cy="103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 b="1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Soft Skills</a:t>
            </a:r>
          </a:p>
          <a:p>
            <a:pPr algn="l">
              <a:lnSpc>
                <a:spcPts val="3907"/>
              </a:lnSpc>
            </a:pPr>
            <a:endParaRPr lang="en-US" sz="2791" b="1">
              <a:solidFill>
                <a:srgbClr val="174564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655839" y="5293360"/>
            <a:ext cx="5709336" cy="103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 b="1">
                <a:solidFill>
                  <a:srgbClr val="1745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Outils &amp; Technologies</a:t>
            </a:r>
          </a:p>
          <a:p>
            <a:pPr algn="l">
              <a:lnSpc>
                <a:spcPts val="3907"/>
              </a:lnSpc>
            </a:pPr>
            <a:endParaRPr lang="en-US" sz="2791" b="1">
              <a:solidFill>
                <a:srgbClr val="174564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9092" y="5762738"/>
            <a:ext cx="4849850" cy="437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400" b="1" dirty="0">
                <a:solidFill>
                  <a:srgbClr val="FF52BA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DISPONIBILITÉ : </a:t>
            </a:r>
            <a:r>
              <a:rPr lang="en-US" sz="24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{{DISPO}}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9092" y="6797004"/>
            <a:ext cx="5709336" cy="43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400" b="1" dirty="0">
                <a:solidFill>
                  <a:srgbClr val="FF52BA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LANGUES: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5817" y="4250010"/>
            <a:ext cx="3041855" cy="49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591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{{NOM}}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7859" y="7188389"/>
            <a:ext cx="3751544" cy="232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7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{{LANGUES}}</a:t>
            </a:r>
          </a:p>
          <a:p>
            <a:pPr marL="0" lvl="0" indent="0" algn="l">
              <a:lnSpc>
                <a:spcPts val="3627"/>
              </a:lnSpc>
              <a:spcBef>
                <a:spcPct val="0"/>
              </a:spcBef>
            </a:pPr>
            <a:endParaRPr lang="en-US" sz="2400" b="1" u="none" strike="noStrike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l">
              <a:lnSpc>
                <a:spcPts val="3627"/>
              </a:lnSpc>
              <a:spcBef>
                <a:spcPct val="0"/>
              </a:spcBef>
            </a:pPr>
            <a:endParaRPr lang="en-US" sz="2400" b="1" u="none" strike="noStrike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l">
              <a:lnSpc>
                <a:spcPts val="3627"/>
              </a:lnSpc>
              <a:spcBef>
                <a:spcPct val="0"/>
              </a:spcBef>
            </a:pPr>
            <a:endParaRPr lang="en-US" sz="2400" b="1" u="none" strike="noStrike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l">
              <a:lnSpc>
                <a:spcPts val="3627"/>
              </a:lnSpc>
              <a:spcBef>
                <a:spcPct val="0"/>
              </a:spcBef>
            </a:pPr>
            <a:endParaRPr lang="en-US" sz="2400" b="1" u="none" strike="noStrike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85963" y="933450"/>
            <a:ext cx="11583532" cy="422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391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{{PROJETS}}</a:t>
            </a: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028428" y="5805283"/>
            <a:ext cx="3115572" cy="422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r>
              <a:rPr lang="en-US" sz="2391" b="1" u="none" strike="noStrike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{{HARD}}</a:t>
            </a: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530636" y="5805283"/>
            <a:ext cx="3265717" cy="422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r>
              <a:rPr lang="en-US" sz="2391" b="1" u="none" strike="noStrike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{{SOFT}}</a:t>
            </a: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223688" y="5805283"/>
            <a:ext cx="3035612" cy="422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r>
              <a:rPr lang="en-US" sz="2391" b="1" u="none" strike="noStrike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{{OUTILS}}</a:t>
            </a: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ctr">
              <a:lnSpc>
                <a:spcPts val="3347"/>
              </a:lnSpc>
              <a:spcBef>
                <a:spcPct val="0"/>
              </a:spcBef>
            </a:pPr>
            <a:endParaRPr lang="en-US" sz="2391" b="1" u="none" strike="noStrike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5817" y="1357995"/>
            <a:ext cx="3041855" cy="254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391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{{PHOTO}}</a:t>
            </a: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347"/>
              </a:lnSpc>
              <a:spcBef>
                <a:spcPct val="0"/>
              </a:spcBef>
            </a:pPr>
            <a:endParaRPr lang="en-US" sz="2391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</Words>
  <Application>Microsoft Office PowerPoint</Application>
  <PresentationFormat>Personnalisé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Calibri</vt:lpstr>
      <vt:lpstr>Arial</vt:lpstr>
      <vt:lpstr>Arial MT Pro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BioPofile_Template</dc:title>
  <cp:lastModifiedBy>Aya FARMATI</cp:lastModifiedBy>
  <cp:revision>2</cp:revision>
  <dcterms:created xsi:type="dcterms:W3CDTF">2006-08-16T00:00:00Z</dcterms:created>
  <dcterms:modified xsi:type="dcterms:W3CDTF">2026-07-27T15:42:49Z</dcterms:modified>
  <dc:identifier>DAHQkuc4zXc</dc:identifier>
</cp:coreProperties>
</file>