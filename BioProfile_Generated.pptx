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Lst>
  <p:sldSz cx="18288000" cy="10287000"/>
  <p:notesSz cx="6858000" cy="9144000"/>
  <p:embeddedFontLst>
    <p:embeddedFont>
      <p:font typeface="Arial MT Pro Bold" panose="020B0604020202020204" charset="0"/>
      <p:regular r:id="rId3"/>
    </p:embeddedFont>
    <p:embeddedFont>
      <p:font typeface="Calibri" panose="020F0502020204030204" pitchFamily="34" charset="0"/>
      <p:regular r:id="rId4"/>
      <p:bold r:id="rId5"/>
      <p:italic r:id="rId6"/>
      <p:boldItalic r:id="rId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8" d="100"/>
          <a:sy n="78" d="100"/>
        </p:scale>
        <p:origin x="132"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font" Target="fonts/font1.fntdata"/><Relationship Id="rId4" Type="http://schemas.openxmlformats.org/officeDocument/2006/relationships/font" Target="fonts/font2.fntdata"/><Relationship Id="rId5" Type="http://schemas.openxmlformats.org/officeDocument/2006/relationships/font" Target="fonts/font3.fntdata"/><Relationship Id="rId6" Type="http://schemas.openxmlformats.org/officeDocument/2006/relationships/font" Target="fonts/font4.fntdata"/><Relationship Id="rId7" Type="http://schemas.openxmlformats.org/officeDocument/2006/relationships/font" Target="fonts/font5.fntdata"/><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7/28/2026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5213490" cy="10287000"/>
            <a:chOff x="0" y="0"/>
            <a:chExt cx="1373100" cy="2709333"/>
          </a:xfrm>
        </p:grpSpPr>
        <p:sp>
          <p:nvSpPr>
            <p:cNvPr id="3" name="Freeform 3"/>
            <p:cNvSpPr/>
            <p:nvPr/>
          </p:nvSpPr>
          <p:spPr>
            <a:xfrm>
              <a:off x="0" y="0"/>
              <a:ext cx="1373100" cy="2709333"/>
            </a:xfrm>
            <a:custGeom>
              <a:avLst/>
              <a:gdLst/>
              <a:ahLst/>
              <a:cxnLst/>
              <a:rect l="l" t="t" r="r" b="b"/>
              <a:pathLst>
                <a:path w="1373100" h="2709333">
                  <a:moveTo>
                    <a:pt x="0" y="0"/>
                  </a:moveTo>
                  <a:lnTo>
                    <a:pt x="1373100" y="0"/>
                  </a:lnTo>
                  <a:lnTo>
                    <a:pt x="1373100" y="2709333"/>
                  </a:lnTo>
                  <a:lnTo>
                    <a:pt x="0" y="2709333"/>
                  </a:lnTo>
                  <a:close/>
                </a:path>
              </a:pathLst>
            </a:custGeom>
            <a:solidFill>
              <a:srgbClr val="174564"/>
            </a:solidFill>
          </p:spPr>
        </p:sp>
        <p:sp>
          <p:nvSpPr>
            <p:cNvPr id="4" name="TextBox 4"/>
            <p:cNvSpPr txBox="1"/>
            <p:nvPr/>
          </p:nvSpPr>
          <p:spPr>
            <a:xfrm>
              <a:off x="0" y="-38100"/>
              <a:ext cx="1373100" cy="2747433"/>
            </a:xfrm>
            <a:prstGeom prst="rect">
              <a:avLst/>
            </a:prstGeom>
          </p:spPr>
          <p:txBody>
            <a:bodyPr lIns="50800" tIns="50800" rIns="50800" bIns="50800" rtlCol="0" anchor="ctr"/>
            <a:lstStyle/>
            <a:p>
              <a:pPr algn="ctr">
                <a:lnSpc>
                  <a:spcPts val="3047"/>
                </a:lnSpc>
              </a:pPr>
              <a:endParaRPr/>
            </a:p>
          </p:txBody>
        </p:sp>
      </p:grpSp>
      <p:sp>
        <p:nvSpPr>
          <p:cNvPr id="5" name="Freeform 5"/>
          <p:cNvSpPr/>
          <p:nvPr/>
        </p:nvSpPr>
        <p:spPr>
          <a:xfrm>
            <a:off x="696860" y="398160"/>
            <a:ext cx="3175352" cy="630540"/>
          </a:xfrm>
          <a:custGeom>
            <a:avLst/>
            <a:gdLst/>
            <a:ahLst/>
            <a:cxnLst/>
            <a:rect l="l" t="t" r="r" b="b"/>
            <a:pathLst>
              <a:path w="3175352" h="630540">
                <a:moveTo>
                  <a:pt x="0" y="0"/>
                </a:moveTo>
                <a:lnTo>
                  <a:pt x="3175352" y="0"/>
                </a:lnTo>
                <a:lnTo>
                  <a:pt x="3175352" y="630540"/>
                </a:lnTo>
                <a:lnTo>
                  <a:pt x="0" y="630540"/>
                </a:lnTo>
                <a:lnTo>
                  <a:pt x="0" y="0"/>
                </a:lnTo>
                <a:close/>
              </a:path>
            </a:pathLst>
          </a:custGeom>
          <a:blipFill>
            <a:blip r:embed="rId2"/>
            <a:stretch>
              <a:fillRect t="-350" b="-446"/>
            </a:stretch>
          </a:blipFill>
        </p:spPr>
        <p:txBody>
          <a:bodyPr/>
          <a:p/>
        </p:txBody>
      </p:sp>
      <p:grpSp>
        <p:nvGrpSpPr>
          <p:cNvPr id="6" name="Group 6"/>
          <p:cNvGrpSpPr/>
          <p:nvPr/>
        </p:nvGrpSpPr>
        <p:grpSpPr>
          <a:xfrm>
            <a:off x="1085817" y="1314776"/>
            <a:ext cx="3041855" cy="2754260"/>
            <a:chOff x="0" y="0"/>
            <a:chExt cx="801147" cy="725402"/>
          </a:xfrm>
        </p:grpSpPr>
        <p:sp>
          <p:nvSpPr>
            <p:cNvPr id="7" name="Freeform 7"/>
            <p:cNvSpPr/>
            <p:nvPr/>
          </p:nvSpPr>
          <p:spPr>
            <a:xfrm>
              <a:off x="0" y="0"/>
              <a:ext cx="801147" cy="725402"/>
            </a:xfrm>
            <a:custGeom>
              <a:avLst/>
              <a:gdLst/>
              <a:ahLst/>
              <a:cxnLst/>
              <a:rect l="l" t="t" r="r" b="b"/>
              <a:pathLst>
                <a:path w="801147" h="725402">
                  <a:moveTo>
                    <a:pt x="0" y="0"/>
                  </a:moveTo>
                  <a:lnTo>
                    <a:pt x="801147" y="0"/>
                  </a:lnTo>
                  <a:lnTo>
                    <a:pt x="801147" y="725402"/>
                  </a:lnTo>
                  <a:lnTo>
                    <a:pt x="0" y="725402"/>
                  </a:lnTo>
                  <a:close/>
                </a:path>
              </a:pathLst>
            </a:custGeom>
            <a:solidFill>
              <a:srgbClr val="FFFFFF"/>
            </a:solidFill>
          </p:spPr>
        </p:sp>
        <p:sp>
          <p:nvSpPr>
            <p:cNvPr id="8" name="TextBox 8"/>
            <p:cNvSpPr txBox="1"/>
            <p:nvPr/>
          </p:nvSpPr>
          <p:spPr>
            <a:xfrm>
              <a:off x="0" y="-104775"/>
              <a:ext cx="801147" cy="830177"/>
            </a:xfrm>
            <a:prstGeom prst="rect">
              <a:avLst/>
            </a:prstGeom>
          </p:spPr>
          <p:txBody>
            <a:bodyPr lIns="50800" tIns="50800" rIns="50800" bIns="50800" rtlCol="0" anchor="ctr"/>
            <a:lstStyle/>
            <a:p>
              <a:pPr algn="ctr">
                <a:lnSpc>
                  <a:spcPts val="3627"/>
                </a:lnSpc>
              </a:pPr>
              <a:endParaRPr/>
            </a:p>
          </p:txBody>
        </p:sp>
      </p:grpSp>
      <p:sp>
        <p:nvSpPr>
          <p:cNvPr id="9" name="TextBox 9"/>
          <p:cNvSpPr txBox="1"/>
          <p:nvPr/>
        </p:nvSpPr>
        <p:spPr>
          <a:xfrm>
            <a:off x="6028428" y="28077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PROJETS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0" name="TextBox 10"/>
          <p:cNvSpPr txBox="1"/>
          <p:nvPr/>
        </p:nvSpPr>
        <p:spPr>
          <a:xfrm>
            <a:off x="6028428" y="529336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Hard Skills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1" name="TextBox 11"/>
          <p:cNvSpPr txBox="1"/>
          <p:nvPr/>
        </p:nvSpPr>
        <p:spPr>
          <a:xfrm>
            <a:off x="9941686" y="529336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Soft Skills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2" name="TextBox 12"/>
          <p:cNvSpPr txBox="1"/>
          <p:nvPr/>
        </p:nvSpPr>
        <p:spPr>
          <a:xfrm>
            <a:off x="13655839" y="529336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Outils &amp; Technologies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3" name="TextBox 13"/>
          <p:cNvSpPr txBox="1"/>
          <p:nvPr/>
        </p:nvSpPr>
        <p:spPr>
          <a:xfrm>
            <a:off x="319092" y="5762738"/>
            <a:ext cx="4849850" cy="437299"/>
          </a:xfrm>
          <a:prstGeom prst="rect">
            <a:avLst/>
          </a:prstGeom>
        </p:spPr>
        <p:txBody>
          <a:bodyPr wrap="square" lIns="0" tIns="0" rIns="0" bIns="0" rtlCol="0" anchor="t">
            <a:spAutoFit/>
          </a:bodyPr>
          <a:lstStyle/>
          <a:p>
            <a:pPr algn="l">
              <a:lnSpc>
                <a:spcPts val="3627"/>
              </a:lnSpc>
            </a:pPr>
            <a:r>
              <a:rPr lang="en-US" sz="2400" b="1" dirty="0">
                <a:solidFill>
                  <a:srgbClr val="FF52BA"/>
                </a:solidFill>
                <a:latin typeface="Arial MT Pro Bold"/>
                <a:ea typeface="Arial MT Pro Bold"/>
                <a:cs typeface="Arial MT Pro Bold"/>
                <a:sym typeface="Arial MT Pro Bold"/>
              </a:rPr>
              <a:t>DISPONIBILITÉ : </a:t>
            </a:r>
            <a:r>
              <a:rPr lang="en-US" sz="2400" b="1" dirty="0">
                <a:solidFill>
                  <a:srgbClr val="FFFFFF"/>
                </a:solidFill>
                <a:latin typeface="Arial MT Pro Bold"/>
                <a:ea typeface="Arial MT Pro Bold"/>
                <a:cs typeface="Arial MT Pro Bold"/>
                <a:sym typeface="Arial MT Pro Bold"/>
              </a:rPr>
              <a:t>immédiate</a:t>
            </a:r>
          </a:p>
        </p:txBody>
      </p:sp>
      <p:sp>
        <p:nvSpPr>
          <p:cNvPr id="14" name="TextBox 14"/>
          <p:cNvSpPr txBox="1"/>
          <p:nvPr/>
        </p:nvSpPr>
        <p:spPr>
          <a:xfrm>
            <a:off x="319092" y="6797004"/>
            <a:ext cx="5709336" cy="430567"/>
          </a:xfrm>
          <a:prstGeom prst="rect">
            <a:avLst/>
          </a:prstGeom>
        </p:spPr>
        <p:txBody>
          <a:bodyPr lIns="0" tIns="0" rIns="0" bIns="0" rtlCol="0" anchor="t">
            <a:spAutoFit/>
          </a:bodyPr>
          <a:lstStyle/>
          <a:p>
            <a:pPr algn="l">
              <a:lnSpc>
                <a:spcPts val="3627"/>
              </a:lnSpc>
            </a:pPr>
            <a:r>
              <a:rPr lang="en-US" sz="2400" b="1" dirty="0">
                <a:solidFill>
                  <a:srgbClr val="FF52BA"/>
                </a:solidFill>
                <a:latin typeface="Arial MT Pro Bold"/>
                <a:ea typeface="Arial MT Pro Bold"/>
                <a:cs typeface="Arial MT Pro Bold"/>
                <a:sym typeface="Arial MT Pro Bold"/>
              </a:rPr>
              <a:t>LANGUES:</a:t>
            </a:r>
          </a:p>
        </p:txBody>
      </p:sp>
      <p:sp>
        <p:nvSpPr>
          <p:cNvPr id="15" name="TextBox 15"/>
          <p:cNvSpPr txBox="1"/>
          <p:nvPr/>
        </p:nvSpPr>
        <p:spPr>
          <a:xfrm>
            <a:off x="1085817" y="4250010"/>
            <a:ext cx="3041855" cy="496160"/>
          </a:xfrm>
          <a:prstGeom prst="rect">
            <a:avLst/>
          </a:prstGeom>
        </p:spPr>
        <p:txBody>
          <a:bodyPr lIns="0" tIns="0" rIns="0" bIns="0" rtlCol="0" anchor="t" wrap="square">
            <a:spAutoFit/>
          </a:bodyPr>
          <a:lstStyle/>
          <a:p>
            <a:pPr algn="ctr">
              <a:lnSpc>
                <a:spcPts val="3627"/>
              </a:lnSpc>
              <a:spcBef>
                <a:spcPct val="0"/>
              </a:spcBef>
            </a:pPr>
            <a:r>
              <a:rPr lang="en-US" sz="2591" b="1" dirty="0">
                <a:solidFill>
                  <a:srgbClr val="FFFFFF"/>
                </a:solidFill>
                <a:latin typeface="Arial MT Pro Bold"/>
                <a:ea typeface="Arial MT Pro Bold"/>
                <a:cs typeface="Arial MT Pro Bold"/>
                <a:sym typeface="Arial MT Pro Bold"/>
              </a:rPr>
              <a:t>Ait Alla Latifa</a:t>
            </a:r>
          </a:p>
        </p:txBody>
      </p:sp>
      <p:sp>
        <p:nvSpPr>
          <p:cNvPr id="16" name="TextBox 16"/>
          <p:cNvSpPr txBox="1"/>
          <p:nvPr/>
        </p:nvSpPr>
        <p:spPr>
          <a:xfrm>
            <a:off x="807859" y="7188389"/>
            <a:ext cx="3751544" cy="2324960"/>
          </a:xfrm>
          <a:prstGeom prst="rect">
            <a:avLst/>
          </a:prstGeom>
        </p:spPr>
        <p:txBody>
          <a:bodyPr lIns="0" tIns="0" rIns="0" bIns="0" rtlCol="0" anchor="t" wrap="square">
            <a:spAutoFit/>
          </a:bodyPr>
          <a:lstStyle/>
          <a:p>
            <a:pPr marL="0" lvl="0" indent="0" algn="l">
              <a:lnSpc>
                <a:spcPts val="3627"/>
              </a:lnSpc>
              <a:spcBef>
                <a:spcPct val="0"/>
              </a:spcBef>
            </a:pPr>
            <a:r>
              <a:rPr lang="en-US" b="1" u="none" strike="noStrike" dirty="0">
                <a:solidFill>
                  <a:srgbClr val="FFFFFF"/>
                </a:solidFill>
                <a:latin typeface="Arial MT Pro Bold"/>
                <a:ea typeface="Arial MT Pro Bold"/>
                <a:cs typeface="Arial MT Pro Bold"/>
                <a:sym typeface="Arial MT Pro Bold"/>
              </a:rPr>
              <a:t>English
Français
Arabe</a:t>
            </a:r>
          </a:p>
          <a:p>
            <a:pPr marL="0" lvl="0" indent="0" algn="l">
              <a:lnSpc>
                <a:spcPts val="3627"/>
              </a:lnSpc>
              <a:spcBef>
                <a:spcPct val="0"/>
              </a:spcBef>
            </a:pPr>
            <a:endParaRPr lang="en-US" b="1" u="none" strike="noStrike" dirty="0">
              <a:solidFill>
                <a:srgbClr val="FFFFFF"/>
              </a:solidFill>
              <a:latin typeface="Arial MT Pro Bold"/>
              <a:ea typeface="Arial MT Pro Bold"/>
              <a:cs typeface="Arial MT Pro Bold"/>
              <a:sym typeface="Arial MT Pro Bold"/>
            </a:endParaRPr>
          </a:p>
          <a:p>
            <a:pPr marL="0" lvl="0" indent="0" algn="l">
              <a:lnSpc>
                <a:spcPts val="3627"/>
              </a:lnSpc>
              <a:spcBef>
                <a:spcPct val="0"/>
              </a:spcBef>
            </a:pPr>
            <a:endParaRPr lang="en-US" b="1" u="none" strike="noStrike" dirty="0">
              <a:solidFill>
                <a:srgbClr val="FFFFFF"/>
              </a:solidFill>
              <a:latin typeface="Arial MT Pro Bold"/>
              <a:ea typeface="Arial MT Pro Bold"/>
              <a:cs typeface="Arial MT Pro Bold"/>
              <a:sym typeface="Arial MT Pro Bold"/>
            </a:endParaRPr>
          </a:p>
          <a:p>
            <a:pPr marL="0" lvl="0" indent="0" algn="l">
              <a:lnSpc>
                <a:spcPts val="3627"/>
              </a:lnSpc>
              <a:spcBef>
                <a:spcPct val="0"/>
              </a:spcBef>
            </a:pPr>
            <a:endParaRPr lang="en-US" b="1" u="none" strike="noStrike" dirty="0">
              <a:solidFill>
                <a:srgbClr val="FFFFFF"/>
              </a:solidFill>
              <a:latin typeface="Arial MT Pro Bold"/>
              <a:ea typeface="Arial MT Pro Bold"/>
              <a:cs typeface="Arial MT Pro Bold"/>
              <a:sym typeface="Arial MT Pro Bold"/>
            </a:endParaRPr>
          </a:p>
          <a:p>
            <a:pPr marL="0" lvl="0" indent="0" algn="l">
              <a:lnSpc>
                <a:spcPts val="3627"/>
              </a:lnSpc>
              <a:spcBef>
                <a:spcPct val="0"/>
              </a:spcBef>
            </a:pPr>
            <a:endParaRPr lang="en-US" b="1" u="none" strike="noStrike" dirty="0">
              <a:solidFill>
                <a:srgbClr val="FFFFFF"/>
              </a:solidFill>
              <a:latin typeface="Arial MT Pro Bold"/>
              <a:ea typeface="Arial MT Pro Bold"/>
              <a:cs typeface="Arial MT Pro Bold"/>
              <a:sym typeface="Arial MT Pro Bold"/>
            </a:endParaRPr>
          </a:p>
        </p:txBody>
      </p:sp>
      <p:sp>
        <p:nvSpPr>
          <p:cNvPr id="17" name="TextBox 17"/>
          <p:cNvSpPr txBox="1"/>
          <p:nvPr/>
        </p:nvSpPr>
        <p:spPr>
          <a:xfrm>
            <a:off x="6185963" y="933450"/>
            <a:ext cx="11583532" cy="4225515"/>
          </a:xfrm>
          <a:prstGeom prst="rect">
            <a:avLst/>
          </a:prstGeom>
        </p:spPr>
        <p:txBody>
          <a:bodyPr lIns="0" tIns="0" rIns="0" bIns="0" rtlCol="0" anchor="t" wrap="square">
            <a:normAutofit/>
          </a:bodyPr>
          <a:lstStyle/>
          <a:p>
            <a:pPr algn="ctr">
              <a:lnSpc>
                <a:spcPts val="3347"/>
              </a:lnSpc>
              <a:spcBef>
                <a:spcPct val="0"/>
              </a:spcBef>
            </a:pPr>
          </a:p>
          <a:p>
            <a:pPr>
              <a:defRPr sz="1800" b="1">
                <a:solidFill>
                  <a:srgbClr val="FF69B4"/>
                </a:solidFill>
                <a:latin typeface="Arial MT Pro Bold"/>
              </a:defRPr>
            </a:pPr>
            <a:r>
              <a:t>Pipeline Big Data temps réel pour la surveillance médicale</a:t>
            </a:r>
          </a:p>
          <a:p>
            <a:pPr>
              <a:defRPr sz="1400" b="1">
                <a:solidFill>
                  <a:srgbClr val="000000"/>
                </a:solidFill>
                <a:latin typeface="Arial MT Pro Bold"/>
              </a:defRPr>
            </a:pPr>
          </a:p>
          <a:p>
            <a:pPr>
              <a:defRPr sz="1200"/>
            </a:pPr>
          </a:p>
          <a:p>
            <a:pPr>
              <a:defRPr sz="1800" b="1">
                <a:solidFill>
                  <a:srgbClr val="FF69B4"/>
                </a:solidFill>
                <a:latin typeface="Arial MT Pro Bold"/>
              </a:defRPr>
            </a:pPr>
            <a:r>
              <a:t>Pipeline Big Data Blockchain pour la traçabilité des rapports financiers audités</a:t>
            </a:r>
          </a:p>
          <a:p>
            <a:pPr>
              <a:defRPr sz="1400" b="1">
                <a:solidFill>
                  <a:srgbClr val="000000"/>
                </a:solidFill>
                <a:latin typeface="Arial MT Pro Bold"/>
              </a:defRPr>
            </a:pPr>
          </a:p>
          <a:p>
            <a:pPr>
              <a:defRPr sz="1200"/>
            </a:pPr>
          </a:p>
          <a:p>
            <a:pPr>
              <a:defRPr sz="1800" b="1">
                <a:solidFill>
                  <a:srgbClr val="FF69B4"/>
                </a:solidFill>
                <a:latin typeface="Arial MT Pro Bold"/>
              </a:defRPr>
            </a:pPr>
            <a:r>
              <a:t>Stagiaire Développement Informatique – YAZAKI Morocco, Meknès</a:t>
            </a:r>
          </a:p>
          <a:p>
            <a:pPr>
              <a:defRPr sz="1400" b="1">
                <a:solidFill>
                  <a:srgbClr val="000000"/>
                </a:solidFill>
                <a:latin typeface="Arial MT Pro Bold"/>
              </a:defRPr>
            </a:pPr>
            <a:r>
              <a:t>Développement d’un outil permettant l’automatisation de la génération des contrats ANAPEC à partir de fichiers Excel, avec stockage de l’historique dans une base SQLite et interface graphique sous PyQt6.</a:t>
            </a:r>
          </a:p>
        </p:txBody>
      </p:sp>
      <p:sp>
        <p:nvSpPr>
          <p:cNvPr id="18" name="TextBox 18"/>
          <p:cNvSpPr txBox="1"/>
          <p:nvPr/>
        </p:nvSpPr>
        <p:spPr>
          <a:xfrm>
            <a:off x="6028428" y="5805283"/>
            <a:ext cx="3115572" cy="4225515"/>
          </a:xfrm>
          <a:prstGeom prst="rect">
            <a:avLst/>
          </a:prstGeom>
        </p:spPr>
        <p:txBody>
          <a:bodyPr lIns="0" tIns="0" rIns="0" bIns="0" rtlCol="0" anchor="t" wrap="square">
            <a:spAutoFit/>
          </a:bodyPr>
          <a:lstStyle/>
          <a:p>
            <a:pPr marL="0" lvl="0" indent="0" algn="ctr">
              <a:lnSpc>
                <a:spcPts val="3347"/>
              </a:lnSpc>
              <a:spcBef>
                <a:spcPct val="0"/>
              </a:spcBef>
            </a:pPr>
            <a:r>
              <a:rPr lang="en-US" sz="1400" b="1" u="none" strike="noStrike" dirty="0">
                <a:solidFill>
                  <a:srgbClr val="000000"/>
                </a:solidFill>
                <a:latin typeface="Arial MT Pro Bold"/>
                <a:ea typeface="Arial MT Pro Bold"/>
                <a:cs typeface="Arial MT Pro Bold"/>
                <a:sym typeface="Arial MT Pro Bold"/>
              </a:rPr>
              <a:t>Python, Java, SQL, Apache Kafka, Apache Spark Structured Streaming, Delta Lake, PySpark, Docker</a:t>
            </a: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p:txBody>
      </p:sp>
      <p:sp>
        <p:nvSpPr>
          <p:cNvPr id="19" name="TextBox 19"/>
          <p:cNvSpPr txBox="1"/>
          <p:nvPr/>
        </p:nvSpPr>
        <p:spPr>
          <a:xfrm>
            <a:off x="9530636" y="5805283"/>
            <a:ext cx="3265717" cy="4225515"/>
          </a:xfrm>
          <a:prstGeom prst="rect">
            <a:avLst/>
          </a:prstGeom>
        </p:spPr>
        <p:txBody>
          <a:bodyPr lIns="0" tIns="0" rIns="0" bIns="0" rtlCol="0" anchor="t" wrap="square">
            <a:spAutoFit/>
          </a:bodyPr>
          <a:lstStyle/>
          <a:p>
            <a:pPr marL="0" lvl="0" indent="0" algn="ctr">
              <a:lnSpc>
                <a:spcPts val="3347"/>
              </a:lnSpc>
              <a:spcBef>
                <a:spcPct val="0"/>
              </a:spcBef>
            </a:pPr>
            <a:r>
              <a:rPr lang="en-US" sz="1400" b="1" u="none" strike="noStrike" dirty="0">
                <a:solidFill>
                  <a:srgbClr val="000000"/>
                </a:solidFill>
                <a:latin typeface="Arial MT Pro Bold"/>
                <a:ea typeface="Arial MT Pro Bold"/>
                <a:cs typeface="Arial MT Pro Bold"/>
                <a:sym typeface="Arial MT Pro Bold"/>
              </a:rPr>
              <a:t>Gestion d'équipe, Sens du détail, Résolution de problèmes, Collaboration en équipe</a:t>
            </a: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p:txBody>
      </p:sp>
      <p:sp>
        <p:nvSpPr>
          <p:cNvPr id="20" name="TextBox 20"/>
          <p:cNvSpPr txBox="1"/>
          <p:nvPr/>
        </p:nvSpPr>
        <p:spPr>
          <a:xfrm>
            <a:off x="14223688" y="5805283"/>
            <a:ext cx="3035612" cy="4225515"/>
          </a:xfrm>
          <a:prstGeom prst="rect">
            <a:avLst/>
          </a:prstGeom>
        </p:spPr>
        <p:txBody>
          <a:bodyPr lIns="0" tIns="0" rIns="0" bIns="0" rtlCol="0" anchor="t" wrap="square">
            <a:spAutoFit/>
          </a:bodyPr>
          <a:lstStyle/>
          <a:p>
            <a:pPr marL="0" lvl="0" indent="0" algn="ctr">
              <a:lnSpc>
                <a:spcPts val="3347"/>
              </a:lnSpc>
              <a:spcBef>
                <a:spcPct val="0"/>
              </a:spcBef>
            </a:pPr>
            <a:r>
              <a:rPr lang="en-US" sz="1400" b="1" u="none" strike="noStrike" dirty="0">
                <a:solidFill>
                  <a:srgbClr val="000000"/>
                </a:solidFill>
                <a:latin typeface="Arial MT Pro Bold"/>
                <a:ea typeface="Arial MT Pro Bold"/>
                <a:cs typeface="Arial MT Pro Bold"/>
                <a:sym typeface="Arial MT Pro Bold"/>
              </a:rPr>
              <a:t>Hadoop, Kafka, Spark, Data Lake, Data Warehouse, Data Lakehouse, Apache Iceberg, MySQL, PL/SQL, MongoDB, HBase, Neo4j, Hive, Merise, UML, Power BI, HTML, CSS, JavaScript, Azure Blob Storage, Azure Data Lake Gen2, Azure Queue Storage, Azure Files, Git, GitHub, Unity, Windows, Linux, Hyperledger Besu, Web3.py, PostgreSQL, Power BI, Smart Contracts, Blockchain, ETL</a:t>
            </a: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a:p>
            <a:pPr marL="0" lvl="0" indent="0" algn="ctr">
              <a:lnSpc>
                <a:spcPts val="3347"/>
              </a:lnSpc>
              <a:spcBef>
                <a:spcPct val="0"/>
              </a:spcBef>
            </a:pPr>
            <a:endParaRPr lang="en-US" sz="2391" b="1" u="none" strike="noStrike" dirty="0">
              <a:solidFill>
                <a:srgbClr val="000000"/>
              </a:solidFill>
              <a:latin typeface="Arial MT Pro Bold"/>
              <a:ea typeface="Arial MT Pro Bold"/>
              <a:cs typeface="Arial MT Pro Bold"/>
              <a:sym typeface="Arial MT Pro Bold"/>
            </a:endParaRPr>
          </a:p>
        </p:txBody>
      </p:sp>
      <p:pic>
        <p:nvPicPr>
          <p:cNvPr id="22" name="Picture 21" descr="temp_photo.png"/>
          <p:cNvPicPr>
            <a:picLocks noChangeAspect="1"/>
          </p:cNvPicPr>
          <p:nvPr/>
        </p:nvPicPr>
        <p:blipFill>
          <a:blip r:embed="rId3"/>
          <a:stretch>
            <a:fillRect/>
          </a:stretch>
        </p:blipFill>
        <p:spPr>
          <a:xfrm>
            <a:off x="1085817" y="1357995"/>
            <a:ext cx="3041855" cy="2549115"/>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TotalTime>
  <Words>36</Words>
  <Application>Microsoft Office PowerPoint</Application>
  <PresentationFormat>Personnalisé</PresentationFormat>
  <Paragraphs>46</Paragraphs>
  <Slides>1</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vt:i4>
      </vt:variant>
    </vt:vector>
  </HeadingPairs>
  <TitlesOfParts>
    <vt:vector size="5" baseType="lpstr">
      <vt:lpstr>Arial MT Pro Bold</vt:lpstr>
      <vt:lpstr>Calibri</vt:lpstr>
      <vt:lpstr>Arial</vt:lpstr>
      <vt:lpstr>Office Theme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BioPofile_Template</dc:title>
  <cp:lastModifiedBy>Aya FARMATI</cp:lastModifiedBy>
  <cp:revision>3</cp:revision>
  <dcterms:created xsi:type="dcterms:W3CDTF">2006-08-16T00:00:00Z</dcterms:created>
  <dcterms:modified xsi:type="dcterms:W3CDTF">2026-07-28T11:20:03Z</dcterms:modified>
  <dc:identifier>DAHQkuc4zXc</dc:identifier>
</cp:coreProperties>
</file>