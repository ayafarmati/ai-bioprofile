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Arial" panose="020B0604020202020204" pitchFamily="34" charset="0"/>
      <p:regular r:id="rId4"/>
    </p:embeddedFont>
    <p:embeddedFont>
      <p:font typeface="Arial Bold" panose="020B0604020202020204" charset="0"/>
      <p:regular r:id="rId5"/>
    </p:embeddedFon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Calibri (MS)" panose="020B0604020202020204" charset="0"/>
      <p:regular r:id="rId10"/>
    </p:embeddedFont>
    <p:embeddedFont>
      <p:font typeface="Calibri (MS)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75" d="100"/>
          <a:sy n="75" d="100"/>
        </p:scale>
        <p:origin x="474" y="1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‹N°›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8846963" y="845963"/>
            <a:ext cx="594065" cy="18288000"/>
            <a:chOff x="0" y="0"/>
            <a:chExt cx="792086" cy="24384000"/>
          </a:xfrm>
          <a:solidFill>
            <a:srgbClr val="0070C0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792099" cy="24384000"/>
            </a:xfrm>
            <a:custGeom>
              <a:avLst/>
              <a:gdLst/>
              <a:ahLst/>
              <a:cxnLst/>
              <a:rect l="l" t="t" r="r" b="b"/>
              <a:pathLst>
                <a:path w="792099" h="24384000">
                  <a:moveTo>
                    <a:pt x="0" y="0"/>
                  </a:moveTo>
                  <a:lnTo>
                    <a:pt x="792099" y="0"/>
                  </a:lnTo>
                  <a:lnTo>
                    <a:pt x="792099" y="24384000"/>
                  </a:lnTo>
                  <a:lnTo>
                    <a:pt x="0" y="24384000"/>
                  </a:lnTo>
                  <a:close/>
                </a:path>
              </a:pathLst>
            </a:custGeom>
            <a:grpFill/>
          </p:spPr>
        </p:sp>
      </p:grpSp>
      <p:grpSp>
        <p:nvGrpSpPr>
          <p:cNvPr id="4" name="Group 4"/>
          <p:cNvGrpSpPr/>
          <p:nvPr/>
        </p:nvGrpSpPr>
        <p:grpSpPr>
          <a:xfrm>
            <a:off x="269662" y="9835115"/>
            <a:ext cx="1559433" cy="309705"/>
            <a:chOff x="0" y="0"/>
            <a:chExt cx="2079244" cy="4129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79244" cy="412877"/>
            </a:xfrm>
            <a:custGeom>
              <a:avLst/>
              <a:gdLst/>
              <a:ahLst/>
              <a:cxnLst/>
              <a:rect l="l" t="t" r="r" b="b"/>
              <a:pathLst>
                <a:path w="2079244" h="412877">
                  <a:moveTo>
                    <a:pt x="0" y="0"/>
                  </a:moveTo>
                  <a:lnTo>
                    <a:pt x="2079244" y="0"/>
                  </a:lnTo>
                  <a:lnTo>
                    <a:pt x="2079244" y="412877"/>
                  </a:lnTo>
                  <a:lnTo>
                    <a:pt x="0" y="412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719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4263449" y="-47202"/>
            <a:ext cx="4049420" cy="9740132"/>
          </a:xfrm>
          <a:custGeom>
            <a:avLst/>
            <a:gdLst/>
            <a:ahLst/>
            <a:cxnLst/>
            <a:rect l="l" t="t" r="r" b="b"/>
            <a:pathLst>
              <a:path w="4049420" h="9740132">
                <a:moveTo>
                  <a:pt x="0" y="0"/>
                </a:moveTo>
                <a:lnTo>
                  <a:pt x="4049421" y="0"/>
                </a:lnTo>
                <a:lnTo>
                  <a:pt x="4049421" y="9740132"/>
                </a:lnTo>
                <a:lnTo>
                  <a:pt x="0" y="9740132"/>
                </a:lnTo>
                <a:lnTo>
                  <a:pt x="0" y="0"/>
                </a:lnTo>
                <a:close/>
              </a:path>
            </a:pathLst>
          </a:custGeom>
          <a:solidFill>
            <a:srgbClr val="7030A0"/>
          </a:solidFill>
        </p:spPr>
      </p:sp>
      <p:sp>
        <p:nvSpPr>
          <p:cNvPr id="9" name="Freeform 9"/>
          <p:cNvSpPr/>
          <p:nvPr/>
        </p:nvSpPr>
        <p:spPr>
          <a:xfrm>
            <a:off x="718702" y="25593"/>
            <a:ext cx="12683033" cy="663702"/>
          </a:xfrm>
          <a:custGeom>
            <a:avLst/>
            <a:gdLst/>
            <a:ahLst/>
            <a:cxnLst/>
            <a:rect l="l" t="t" r="r" b="b"/>
            <a:pathLst>
              <a:path w="12683033" h="663702">
                <a:moveTo>
                  <a:pt x="0" y="0"/>
                </a:moveTo>
                <a:lnTo>
                  <a:pt x="12683032" y="0"/>
                </a:lnTo>
                <a:lnTo>
                  <a:pt x="12683032" y="663702"/>
                </a:lnTo>
                <a:lnTo>
                  <a:pt x="0" y="663702"/>
                </a:lnTo>
                <a:lnTo>
                  <a:pt x="0" y="0"/>
                </a:lnTo>
                <a:close/>
              </a:path>
            </a:pathLst>
          </a:custGeom>
          <a:solidFill>
            <a:srgbClr val="7030A0"/>
          </a:solidFill>
        </p:spPr>
      </p:sp>
      <p:grpSp>
        <p:nvGrpSpPr>
          <p:cNvPr id="10" name="Group 10"/>
          <p:cNvGrpSpPr/>
          <p:nvPr/>
        </p:nvGrpSpPr>
        <p:grpSpPr>
          <a:xfrm>
            <a:off x="14918035" y="205322"/>
            <a:ext cx="2384412" cy="408851"/>
            <a:chOff x="0" y="0"/>
            <a:chExt cx="3179216" cy="5451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179191" cy="545084"/>
            </a:xfrm>
            <a:custGeom>
              <a:avLst/>
              <a:gdLst/>
              <a:ahLst/>
              <a:cxnLst/>
              <a:rect l="l" t="t" r="r" b="b"/>
              <a:pathLst>
                <a:path w="3179191" h="545084">
                  <a:moveTo>
                    <a:pt x="0" y="0"/>
                  </a:moveTo>
                  <a:lnTo>
                    <a:pt x="3179191" y="0"/>
                  </a:lnTo>
                  <a:lnTo>
                    <a:pt x="3179191" y="545084"/>
                  </a:lnTo>
                  <a:lnTo>
                    <a:pt x="0" y="545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9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5090103" y="6292139"/>
            <a:ext cx="2625366" cy="446856"/>
            <a:chOff x="0" y="0"/>
            <a:chExt cx="3500488" cy="595808"/>
          </a:xfrm>
          <a:solidFill>
            <a:srgbClr val="0070C0"/>
          </a:solidFill>
        </p:grpSpPr>
        <p:sp>
          <p:nvSpPr>
            <p:cNvPr id="15" name="Freeform 15"/>
            <p:cNvSpPr/>
            <p:nvPr/>
          </p:nvSpPr>
          <p:spPr>
            <a:xfrm>
              <a:off x="0" y="0"/>
              <a:ext cx="3500501" cy="595757"/>
            </a:xfrm>
            <a:custGeom>
              <a:avLst/>
              <a:gdLst/>
              <a:ahLst/>
              <a:cxnLst/>
              <a:rect l="l" t="t" r="r" b="b"/>
              <a:pathLst>
                <a:path w="3500501" h="595757">
                  <a:moveTo>
                    <a:pt x="0" y="0"/>
                  </a:moveTo>
                  <a:lnTo>
                    <a:pt x="3500501" y="0"/>
                  </a:lnTo>
                  <a:lnTo>
                    <a:pt x="3500501" y="595757"/>
                  </a:lnTo>
                  <a:lnTo>
                    <a:pt x="0" y="595757"/>
                  </a:lnTo>
                  <a:close/>
                </a:path>
              </a:pathLst>
            </a:custGeom>
            <a:grpFill/>
            <a:ln w="19050" cap="sq">
              <a:solidFill>
                <a:srgbClr val="1B3A5C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3500488" cy="643433"/>
            </a:xfrm>
            <a:prstGeom prst="rect">
              <a:avLst/>
            </a:prstGeom>
            <a:grpFill/>
          </p:spPr>
          <p:txBody>
            <a:bodyPr lIns="50800" tIns="50800" rIns="50800" bIns="50800" rtlCol="0" anchor="t"/>
            <a:lstStyle/>
            <a:p>
              <a:pPr algn="ctr">
                <a:lnSpc>
                  <a:spcPts val="2520"/>
                </a:lnSpc>
              </a:pPr>
              <a:r>
                <a:rPr lang="en-US" sz="2100" b="1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TECHNICAL SKILLS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090103" y="6706229"/>
            <a:ext cx="2625366" cy="51921"/>
            <a:chOff x="0" y="0"/>
            <a:chExt cx="3500488" cy="6922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500501" cy="69215"/>
            </a:xfrm>
            <a:custGeom>
              <a:avLst/>
              <a:gdLst/>
              <a:ahLst/>
              <a:cxnLst/>
              <a:rect l="l" t="t" r="r" b="b"/>
              <a:pathLst>
                <a:path w="3500501" h="69215">
                  <a:moveTo>
                    <a:pt x="0" y="0"/>
                  </a:moveTo>
                  <a:lnTo>
                    <a:pt x="3500501" y="0"/>
                  </a:lnTo>
                  <a:lnTo>
                    <a:pt x="3500501" y="69215"/>
                  </a:lnTo>
                  <a:lnTo>
                    <a:pt x="0" y="69215"/>
                  </a:lnTo>
                  <a:close/>
                </a:path>
              </a:pathLst>
            </a:custGeom>
            <a:solidFill>
              <a:srgbClr val="C8215A"/>
            </a:solidFill>
            <a:ln w="19050" cap="sq">
              <a:solidFill>
                <a:srgbClr val="C8215A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9915144" y="6292139"/>
            <a:ext cx="2625385" cy="446722"/>
            <a:chOff x="0" y="0"/>
            <a:chExt cx="3500514" cy="595630"/>
          </a:xfrm>
          <a:solidFill>
            <a:srgbClr val="0070C0"/>
          </a:solidFill>
        </p:grpSpPr>
        <p:sp>
          <p:nvSpPr>
            <p:cNvPr id="20" name="Freeform 20"/>
            <p:cNvSpPr/>
            <p:nvPr/>
          </p:nvSpPr>
          <p:spPr>
            <a:xfrm>
              <a:off x="0" y="0"/>
              <a:ext cx="3500501" cy="595630"/>
            </a:xfrm>
            <a:custGeom>
              <a:avLst/>
              <a:gdLst/>
              <a:ahLst/>
              <a:cxnLst/>
              <a:rect l="l" t="t" r="r" b="b"/>
              <a:pathLst>
                <a:path w="3500501" h="595630">
                  <a:moveTo>
                    <a:pt x="0" y="0"/>
                  </a:moveTo>
                  <a:lnTo>
                    <a:pt x="3500501" y="0"/>
                  </a:lnTo>
                  <a:lnTo>
                    <a:pt x="3500501" y="595630"/>
                  </a:lnTo>
                  <a:lnTo>
                    <a:pt x="0" y="595630"/>
                  </a:lnTo>
                  <a:close/>
                </a:path>
              </a:pathLst>
            </a:custGeom>
            <a:grpFill/>
            <a:ln w="19050" cap="sq">
              <a:solidFill>
                <a:srgbClr val="1B3A5C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3500514" cy="643255"/>
            </a:xfrm>
            <a:prstGeom prst="rect">
              <a:avLst/>
            </a:prstGeom>
            <a:grpFill/>
          </p:spPr>
          <p:txBody>
            <a:bodyPr lIns="50800" tIns="50800" rIns="50800" bIns="50800" rtlCol="0" anchor="t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SOFT SKILLS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915144" y="6706229"/>
            <a:ext cx="2625385" cy="51892"/>
            <a:chOff x="0" y="0"/>
            <a:chExt cx="3500514" cy="6919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500501" cy="69215"/>
            </a:xfrm>
            <a:custGeom>
              <a:avLst/>
              <a:gdLst/>
              <a:ahLst/>
              <a:cxnLst/>
              <a:rect l="l" t="t" r="r" b="b"/>
              <a:pathLst>
                <a:path w="3500501" h="69215">
                  <a:moveTo>
                    <a:pt x="0" y="0"/>
                  </a:moveTo>
                  <a:lnTo>
                    <a:pt x="3500501" y="0"/>
                  </a:lnTo>
                  <a:lnTo>
                    <a:pt x="3500501" y="69215"/>
                  </a:lnTo>
                  <a:lnTo>
                    <a:pt x="0" y="69215"/>
                  </a:lnTo>
                  <a:close/>
                </a:path>
              </a:pathLst>
            </a:custGeom>
            <a:solidFill>
              <a:srgbClr val="C8215A"/>
            </a:solidFill>
            <a:ln w="19050" cap="sq">
              <a:solidFill>
                <a:srgbClr val="C8215A"/>
              </a:solidFill>
              <a:prstDash val="solid"/>
              <a:miter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806822" y="1195786"/>
            <a:ext cx="14032354" cy="491371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591026" lvl="1" indent="-295513" algn="l">
              <a:lnSpc>
                <a:spcPts val="2690"/>
              </a:lnSpc>
              <a:buFont typeface="Arial"/>
              <a:buChar char="•"/>
            </a:pPr>
            <a:r>
              <a:rPr lang="en-US" sz="19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{{PROJET_DESC}}</a:t>
            </a:r>
          </a:p>
          <a:p>
            <a:pPr algn="l">
              <a:lnSpc>
                <a:spcPts val="2690"/>
              </a:lnSpc>
            </a:pPr>
            <a:endParaRPr lang="en-US" sz="19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690"/>
              </a:lnSpc>
            </a:pPr>
            <a:endParaRPr lang="en-US" sz="19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690"/>
              </a:lnSpc>
            </a:pPr>
            <a:endParaRPr lang="en-US" sz="19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690"/>
              </a:lnSpc>
            </a:pPr>
            <a:endParaRPr lang="en-US" sz="19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690"/>
              </a:lnSpc>
            </a:pPr>
            <a:endParaRPr lang="en-US" sz="19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690"/>
              </a:lnSpc>
            </a:pPr>
            <a:endParaRPr lang="en-US" sz="19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690"/>
              </a:lnSpc>
            </a:pPr>
            <a:endParaRPr lang="en-US" sz="19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690"/>
              </a:lnSpc>
            </a:pPr>
            <a:endParaRPr lang="en-US" sz="19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690"/>
              </a:lnSpc>
            </a:pPr>
            <a:endParaRPr lang="en-US" sz="19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690"/>
              </a:lnSpc>
            </a:pPr>
            <a:endParaRPr lang="en-US" sz="19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690"/>
              </a:lnSpc>
            </a:pPr>
            <a:endParaRPr lang="en-US" sz="19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690"/>
              </a:lnSpc>
            </a:pPr>
            <a:endParaRPr lang="en-US" sz="19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690"/>
              </a:lnSpc>
            </a:pPr>
            <a:endParaRPr lang="en-US" sz="19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" name="Group 27"/>
          <p:cNvGrpSpPr/>
          <p:nvPr/>
        </p:nvGrpSpPr>
        <p:grpSpPr>
          <a:xfrm rot="5400000">
            <a:off x="8528790" y="7882785"/>
            <a:ext cx="1390650" cy="73952"/>
            <a:chOff x="0" y="0"/>
            <a:chExt cx="1854200" cy="9860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854200" cy="98552"/>
            </a:xfrm>
            <a:custGeom>
              <a:avLst/>
              <a:gdLst/>
              <a:ahLst/>
              <a:cxnLst/>
              <a:rect l="l" t="t" r="r" b="b"/>
              <a:pathLst>
                <a:path w="1854200" h="98552">
                  <a:moveTo>
                    <a:pt x="0" y="0"/>
                  </a:moveTo>
                  <a:lnTo>
                    <a:pt x="1854200" y="0"/>
                  </a:lnTo>
                  <a:lnTo>
                    <a:pt x="1854200" y="98552"/>
                  </a:lnTo>
                  <a:lnTo>
                    <a:pt x="0" y="98552"/>
                  </a:lnTo>
                  <a:close/>
                </a:path>
              </a:pathLst>
            </a:custGeom>
            <a:solidFill>
              <a:srgbClr val="C8215A"/>
            </a:solidFill>
            <a:ln w="19050" cap="sq">
              <a:solidFill>
                <a:srgbClr val="C8215A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936871" y="6249395"/>
            <a:ext cx="2649510" cy="489466"/>
            <a:chOff x="-18037833" y="-56992"/>
            <a:chExt cx="3532680" cy="652622"/>
          </a:xfrm>
          <a:solidFill>
            <a:srgbClr val="0070C0"/>
          </a:solidFill>
        </p:grpSpPr>
        <p:sp>
          <p:nvSpPr>
            <p:cNvPr id="30" name="Freeform 30"/>
            <p:cNvSpPr/>
            <p:nvPr/>
          </p:nvSpPr>
          <p:spPr>
            <a:xfrm>
              <a:off x="-18005654" y="-56992"/>
              <a:ext cx="3500501" cy="595630"/>
            </a:xfrm>
            <a:custGeom>
              <a:avLst/>
              <a:gdLst/>
              <a:ahLst/>
              <a:cxnLst/>
              <a:rect l="l" t="t" r="r" b="b"/>
              <a:pathLst>
                <a:path w="3500501" h="595630">
                  <a:moveTo>
                    <a:pt x="0" y="0"/>
                  </a:moveTo>
                  <a:lnTo>
                    <a:pt x="3500501" y="0"/>
                  </a:lnTo>
                  <a:lnTo>
                    <a:pt x="3500501" y="595630"/>
                  </a:lnTo>
                  <a:lnTo>
                    <a:pt x="0" y="595630"/>
                  </a:lnTo>
                  <a:close/>
                </a:path>
              </a:pathLst>
            </a:custGeom>
            <a:grpFill/>
            <a:ln w="19050" cap="sq">
              <a:solidFill>
                <a:srgbClr val="1B3A5C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-18037833" y="-47625"/>
              <a:ext cx="3500514" cy="643255"/>
            </a:xfrm>
            <a:prstGeom prst="rect">
              <a:avLst/>
            </a:prstGeom>
            <a:grpFill/>
          </p:spPr>
          <p:txBody>
            <a:bodyPr lIns="50800" tIns="50800" rIns="50800" bIns="50800" rtlCol="0" anchor="t"/>
            <a:lstStyle/>
            <a:p>
              <a:pPr algn="ctr">
                <a:lnSpc>
                  <a:spcPts val="2520"/>
                </a:lnSpc>
              </a:pPr>
              <a:r>
                <a:rPr lang="en-US" sz="2100" b="1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TOOLS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60995" y="6641024"/>
            <a:ext cx="2625385" cy="51892"/>
            <a:chOff x="0" y="0"/>
            <a:chExt cx="3500514" cy="6919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500501" cy="69215"/>
            </a:xfrm>
            <a:custGeom>
              <a:avLst/>
              <a:gdLst/>
              <a:ahLst/>
              <a:cxnLst/>
              <a:rect l="l" t="t" r="r" b="b"/>
              <a:pathLst>
                <a:path w="3500501" h="69215">
                  <a:moveTo>
                    <a:pt x="0" y="0"/>
                  </a:moveTo>
                  <a:lnTo>
                    <a:pt x="3500501" y="0"/>
                  </a:lnTo>
                  <a:lnTo>
                    <a:pt x="3500501" y="69215"/>
                  </a:lnTo>
                  <a:lnTo>
                    <a:pt x="0" y="69215"/>
                  </a:lnTo>
                  <a:close/>
                </a:path>
              </a:pathLst>
            </a:custGeom>
            <a:solidFill>
              <a:srgbClr val="C8215A"/>
            </a:solidFill>
            <a:ln w="19050" cap="sq">
              <a:solidFill>
                <a:srgbClr val="C8215A"/>
              </a:solidFill>
              <a:prstDash val="solid"/>
              <a:miter/>
            </a:ln>
          </p:spPr>
        </p:sp>
      </p:grpSp>
      <p:grpSp>
        <p:nvGrpSpPr>
          <p:cNvPr id="34" name="Group 34"/>
          <p:cNvGrpSpPr/>
          <p:nvPr/>
        </p:nvGrpSpPr>
        <p:grpSpPr>
          <a:xfrm rot="5400000">
            <a:off x="3257970" y="7882785"/>
            <a:ext cx="1390650" cy="73952"/>
            <a:chOff x="0" y="0"/>
            <a:chExt cx="1854200" cy="9860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854200" cy="98552"/>
            </a:xfrm>
            <a:custGeom>
              <a:avLst/>
              <a:gdLst/>
              <a:ahLst/>
              <a:cxnLst/>
              <a:rect l="l" t="t" r="r" b="b"/>
              <a:pathLst>
                <a:path w="1854200" h="98552">
                  <a:moveTo>
                    <a:pt x="0" y="0"/>
                  </a:moveTo>
                  <a:lnTo>
                    <a:pt x="1854200" y="0"/>
                  </a:lnTo>
                  <a:lnTo>
                    <a:pt x="1854200" y="98552"/>
                  </a:lnTo>
                  <a:lnTo>
                    <a:pt x="0" y="98552"/>
                  </a:lnTo>
                  <a:close/>
                </a:path>
              </a:pathLst>
            </a:custGeom>
            <a:solidFill>
              <a:srgbClr val="C8215A"/>
            </a:solidFill>
            <a:ln w="19050" cap="sq">
              <a:solidFill>
                <a:srgbClr val="C8215A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4610363" y="5143500"/>
            <a:ext cx="2939291" cy="442978"/>
            <a:chOff x="0" y="0"/>
            <a:chExt cx="3919055" cy="590637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919093" cy="590570"/>
            </a:xfrm>
            <a:custGeom>
              <a:avLst/>
              <a:gdLst/>
              <a:ahLst/>
              <a:cxnLst/>
              <a:rect l="l" t="t" r="r" b="b"/>
              <a:pathLst>
                <a:path w="3919093" h="590570">
                  <a:moveTo>
                    <a:pt x="0" y="0"/>
                  </a:moveTo>
                  <a:lnTo>
                    <a:pt x="3919093" y="0"/>
                  </a:lnTo>
                  <a:lnTo>
                    <a:pt x="3919093" y="590570"/>
                  </a:lnTo>
                  <a:lnTo>
                    <a:pt x="0" y="590570"/>
                  </a:lnTo>
                  <a:close/>
                </a:path>
              </a:pathLst>
            </a:custGeom>
            <a:solidFill>
              <a:srgbClr val="E7E6E6"/>
            </a:solidFill>
            <a:ln w="14288" cap="sq">
              <a:solidFill>
                <a:srgbClr val="174564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-19050"/>
              <a:ext cx="3919055" cy="609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 dirty="0" err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Disponibilité</a:t>
              </a:r>
              <a:r>
                <a:rPr lang="en-US" sz="1650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: {{DISPO}}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4786840" y="1752551"/>
            <a:ext cx="2621471" cy="3275143"/>
            <a:chOff x="0" y="0"/>
            <a:chExt cx="3495294" cy="4366857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495294" cy="4366895"/>
            </a:xfrm>
            <a:custGeom>
              <a:avLst/>
              <a:gdLst/>
              <a:ahLst/>
              <a:cxnLst/>
              <a:rect l="l" t="t" r="r" b="b"/>
              <a:pathLst>
                <a:path w="3495294" h="4366895">
                  <a:moveTo>
                    <a:pt x="0" y="0"/>
                  </a:moveTo>
                  <a:lnTo>
                    <a:pt x="3495294" y="0"/>
                  </a:lnTo>
                  <a:lnTo>
                    <a:pt x="3495294" y="4366895"/>
                  </a:lnTo>
                  <a:lnTo>
                    <a:pt x="0" y="43668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6251" t="-76223" r="-56251"/>
              </a:stretch>
            </a:blipFill>
          </p:spPr>
        </p:sp>
      </p:grpSp>
      <p:sp>
        <p:nvSpPr>
          <p:cNvPr id="41" name="TextBox 41"/>
          <p:cNvSpPr txBox="1"/>
          <p:nvPr/>
        </p:nvSpPr>
        <p:spPr>
          <a:xfrm>
            <a:off x="14878669" y="9886826"/>
            <a:ext cx="3211668" cy="19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260"/>
              </a:lnSpc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© SEGULA Technologies – Tous droits réservés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28783" y="-149615"/>
            <a:ext cx="12331579" cy="7098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979"/>
              </a:lnSpc>
            </a:pPr>
            <a:endParaRPr dirty="0"/>
          </a:p>
          <a:p>
            <a:pPr algn="just">
              <a:lnSpc>
                <a:spcPts val="1584"/>
              </a:lnSpc>
            </a:pPr>
            <a:r>
              <a:rPr lang="en-US" sz="12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EXPERIENCES</a:t>
            </a:r>
            <a:r>
              <a:rPr lang="en-US" sz="1200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  <a:p>
            <a:pPr algn="l">
              <a:lnSpc>
                <a:spcPts val="1980"/>
              </a:lnSpc>
            </a:pPr>
            <a:r>
              <a:rPr lang="en-US" sz="165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{{PROJET_TITRE}}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302809" y="797929"/>
            <a:ext cx="3554397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{{NOM}}</a:t>
            </a:r>
          </a:p>
          <a:p>
            <a:pPr algn="ctr">
              <a:lnSpc>
                <a:spcPts val="2520"/>
              </a:lnSpc>
            </a:pPr>
            <a:endParaRPr lang="en-US" sz="21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2520"/>
              </a:lnSpc>
            </a:pPr>
            <a:r>
              <a:rPr lang="en-US" sz="21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{{TITRE}}</a:t>
            </a:r>
          </a:p>
          <a:p>
            <a:pPr algn="ctr">
              <a:lnSpc>
                <a:spcPts val="2520"/>
              </a:lnSpc>
            </a:pPr>
            <a:endParaRPr lang="en-US" sz="21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79041" y="7038775"/>
            <a:ext cx="3764547" cy="262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Languages: </a:t>
            </a:r>
          </a:p>
          <a:p>
            <a:pPr algn="l">
              <a:lnSpc>
                <a:spcPts val="2520"/>
              </a:lnSpc>
            </a:pPr>
            <a:endParaRPr lang="en-US" sz="1500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19112" lvl="1" indent="-259556" algn="l">
              <a:lnSpc>
                <a:spcPts val="1800"/>
              </a:lnSpc>
              <a:buFont typeface="Arial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{{LANGUES}}</a:t>
            </a:r>
          </a:p>
          <a:p>
            <a:pPr marL="519112" lvl="1" indent="-259556" algn="l">
              <a:lnSpc>
                <a:spcPts val="1800"/>
              </a:lnSpc>
              <a:buFont typeface="Arial"/>
              <a:buChar char="•"/>
            </a:pPr>
            <a:endParaRPr lang="en-US" sz="1500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19112" lvl="1" indent="-259556" algn="l">
              <a:lnSpc>
                <a:spcPts val="1800"/>
              </a:lnSpc>
              <a:buFont typeface="Arial"/>
              <a:buChar char="•"/>
            </a:pPr>
            <a:endParaRPr lang="en-US" sz="1500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19112" lvl="1" indent="-259556" algn="l">
              <a:lnSpc>
                <a:spcPts val="1800"/>
              </a:lnSpc>
              <a:buFont typeface="Arial"/>
              <a:buChar char="•"/>
            </a:pPr>
            <a:endParaRPr lang="en-US" sz="1500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19112" lvl="1" indent="-259556" algn="l">
              <a:lnSpc>
                <a:spcPts val="1800"/>
              </a:lnSpc>
              <a:buFont typeface="Arial"/>
              <a:buChar char="•"/>
            </a:pPr>
            <a:endParaRPr lang="en-US" sz="1500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19112" lvl="1" indent="-259556" algn="l">
              <a:lnSpc>
                <a:spcPts val="1800"/>
              </a:lnSpc>
              <a:buFont typeface="Arial"/>
              <a:buChar char="•"/>
            </a:pPr>
            <a:endParaRPr lang="en-US" sz="1500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19112" lvl="1" indent="-259556" algn="l">
              <a:lnSpc>
                <a:spcPts val="1800"/>
              </a:lnSpc>
              <a:buFont typeface="Arial"/>
              <a:buChar char="•"/>
            </a:pPr>
            <a:endParaRPr lang="en-US" sz="1500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19112" lvl="1" indent="-259556" algn="l">
              <a:lnSpc>
                <a:spcPts val="1800"/>
              </a:lnSpc>
              <a:buFont typeface="Arial"/>
              <a:buChar char="•"/>
            </a:pPr>
            <a:endParaRPr lang="en-US" sz="1500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ts val="1800"/>
              </a:lnSpc>
            </a:pPr>
            <a:endParaRPr lang="en-US" sz="1500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4425829" y="7019725"/>
            <a:ext cx="4580401" cy="250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4355" lvl="1" indent="-277177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2E2D2C"/>
                </a:solidFill>
                <a:latin typeface="Calibri (MS)"/>
                <a:ea typeface="Calibri (MS)"/>
                <a:cs typeface="Calibri (MS)"/>
                <a:sym typeface="Calibri (MS)"/>
              </a:rPr>
              <a:t>{{HARD}}</a:t>
            </a:r>
          </a:p>
          <a:p>
            <a:pPr marL="646747" lvl="1" indent="-323374" algn="l">
              <a:lnSpc>
                <a:spcPts val="2520"/>
              </a:lnSpc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46747" lvl="1" indent="-323374" algn="l">
              <a:lnSpc>
                <a:spcPts val="2520"/>
              </a:lnSpc>
            </a:pPr>
            <a:endParaRPr lang="en-US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46747" lvl="1" indent="-323374" algn="l">
              <a:lnSpc>
                <a:spcPts val="2520"/>
              </a:lnSpc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46747" lvl="1" indent="-323374" algn="l">
              <a:lnSpc>
                <a:spcPts val="2520"/>
              </a:lnSpc>
            </a:pPr>
            <a:endParaRPr lang="en-US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46747" lvl="1" indent="-323374" algn="l">
              <a:lnSpc>
                <a:spcPts val="2520"/>
              </a:lnSpc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46747" lvl="1" indent="-323374" algn="l">
              <a:lnSpc>
                <a:spcPts val="2520"/>
              </a:lnSpc>
            </a:pPr>
            <a:endParaRPr lang="en-US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46747" lvl="1" indent="-323374" algn="l">
              <a:lnSpc>
                <a:spcPts val="2520"/>
              </a:lnSpc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9488443" y="6941906"/>
            <a:ext cx="4291498" cy="2558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4355" lvl="1" indent="-277177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2E2D2C"/>
                </a:solidFill>
                <a:latin typeface="Calibri (MS)"/>
                <a:ea typeface="Calibri (MS)"/>
                <a:cs typeface="Calibri (MS)"/>
                <a:sym typeface="Calibri (MS)"/>
              </a:rPr>
              <a:t>{{SOFT}}</a:t>
            </a:r>
          </a:p>
          <a:p>
            <a:pPr marL="554355" lvl="1" indent="-277177" algn="l">
              <a:lnSpc>
                <a:spcPts val="2160"/>
              </a:lnSpc>
              <a:buFont typeface="Arial"/>
              <a:buChar char="•"/>
            </a:pPr>
            <a:endParaRPr lang="en-US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54355" lvl="1" indent="-277177" algn="l">
              <a:lnSpc>
                <a:spcPts val="2160"/>
              </a:lnSpc>
              <a:buFont typeface="Arial"/>
              <a:buChar char="•"/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54355" lvl="1" indent="-277177" algn="l">
              <a:lnSpc>
                <a:spcPts val="2160"/>
              </a:lnSpc>
              <a:buFont typeface="Arial"/>
              <a:buChar char="•"/>
            </a:pPr>
            <a:endParaRPr lang="en-US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54355" lvl="1" indent="-277177" algn="l">
              <a:lnSpc>
                <a:spcPts val="2160"/>
              </a:lnSpc>
              <a:buFont typeface="Arial"/>
              <a:buChar char="•"/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277178" lvl="1" algn="l">
              <a:lnSpc>
                <a:spcPts val="2160"/>
              </a:lnSpc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54355" lvl="1" indent="-277177" algn="l">
              <a:lnSpc>
                <a:spcPts val="2160"/>
              </a:lnSpc>
              <a:buFont typeface="Arial"/>
              <a:buChar char="•"/>
            </a:pPr>
            <a:endParaRPr lang="en-US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54355" lvl="1" indent="-277177" algn="l">
              <a:lnSpc>
                <a:spcPts val="2160"/>
              </a:lnSpc>
              <a:buFont typeface="Arial"/>
              <a:buChar char="•"/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46747" lvl="1" indent="-323374" algn="l">
              <a:lnSpc>
                <a:spcPts val="2520"/>
              </a:lnSpc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943049" y="6896542"/>
            <a:ext cx="3873903" cy="2558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2E2D2C"/>
                </a:solidFill>
                <a:latin typeface="Calibri (MS)"/>
                <a:ea typeface="Calibri (MS)"/>
                <a:cs typeface="Calibri (MS)"/>
                <a:sym typeface="Calibri (MS)"/>
              </a:rPr>
              <a:t>{{OUTILS}}</a:t>
            </a: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endParaRPr lang="en-US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endParaRPr lang="en-US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endParaRPr lang="en-US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702310" lvl="1" indent="-351155" algn="l">
              <a:lnSpc>
                <a:spcPts val="2520"/>
              </a:lnSpc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4811551" y="1749638"/>
            <a:ext cx="2597381" cy="3185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200000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{{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PHOTO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}}</a:t>
            </a:r>
          </a:p>
          <a:p>
            <a:pPr algn="ctr">
              <a:lnSpc>
                <a:spcPct val="250000"/>
              </a:lnSpc>
              <a:spcBef>
                <a:spcPct val="0"/>
              </a:spcBef>
            </a:pPr>
            <a:endParaRPr lang="en-US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ct val="250000"/>
              </a:lnSpc>
              <a:spcBef>
                <a:spcPct val="0"/>
              </a:spcBef>
            </a:pPr>
            <a:endParaRPr lang="en-US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ct val="250000"/>
              </a:lnSpc>
              <a:spcBef>
                <a:spcPct val="0"/>
              </a:spcBef>
            </a:pPr>
            <a:endParaRPr lang="en-US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spcBef>
                <a:spcPct val="0"/>
              </a:spcBef>
            </a:pPr>
            <a:endParaRPr lang="en-US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spcBef>
                <a:spcPct val="0"/>
              </a:spcBef>
            </a:pPr>
            <a:endParaRPr lang="en-US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spcBef>
                <a:spcPct val="0"/>
              </a:spcBef>
            </a:pPr>
            <a:endParaRPr lang="en-US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spcBef>
                <a:spcPct val="0"/>
              </a:spcBef>
            </a:pPr>
            <a:endParaRPr lang="en-US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spcBef>
                <a:spcPct val="0"/>
              </a:spcBef>
            </a:pPr>
            <a:endParaRPr lang="en-US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988B8152-EB7A-6AC0-7917-27BBFDEA30E9}"/>
              </a:ext>
            </a:extLst>
          </p:cNvPr>
          <p:cNvSpPr txBox="1"/>
          <p:nvPr/>
        </p:nvSpPr>
        <p:spPr>
          <a:xfrm>
            <a:off x="14518310" y="6134734"/>
            <a:ext cx="3046589" cy="272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Languages: </a:t>
            </a:r>
          </a:p>
          <a:p>
            <a:pPr algn="l">
              <a:lnSpc>
                <a:spcPts val="2520"/>
              </a:lnSpc>
            </a:pPr>
            <a:endParaRPr lang="en-US" sz="1500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19112" lvl="1" indent="-259556" algn="l">
              <a:lnSpc>
                <a:spcPts val="1800"/>
              </a:lnSpc>
              <a:buFont typeface="Arial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{{LANGUES}}</a:t>
            </a:r>
          </a:p>
          <a:p>
            <a:pPr marL="519112" lvl="1" indent="-259556" algn="l">
              <a:lnSpc>
                <a:spcPts val="1800"/>
              </a:lnSpc>
              <a:buFont typeface="Arial"/>
              <a:buChar char="•"/>
            </a:pPr>
            <a:endParaRPr lang="en-US" sz="1500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19112" lvl="1" indent="-259556" algn="l">
              <a:lnSpc>
                <a:spcPts val="1800"/>
              </a:lnSpc>
              <a:buFont typeface="Arial"/>
              <a:buChar char="•"/>
            </a:pPr>
            <a:endParaRPr lang="en-US" sz="1500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19112" lvl="1" indent="-259556" algn="l">
              <a:lnSpc>
                <a:spcPts val="1800"/>
              </a:lnSpc>
              <a:buFont typeface="Arial"/>
              <a:buChar char="•"/>
            </a:pPr>
            <a:endParaRPr lang="en-US" sz="1500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19112" lvl="1" indent="-259556" algn="l">
              <a:lnSpc>
                <a:spcPts val="1800"/>
              </a:lnSpc>
              <a:buFont typeface="Arial"/>
              <a:buChar char="•"/>
            </a:pPr>
            <a:endParaRPr lang="en-US" sz="1500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19112" lvl="1" indent="-259556" algn="l">
              <a:lnSpc>
                <a:spcPts val="1800"/>
              </a:lnSpc>
              <a:buFont typeface="Arial"/>
              <a:buChar char="•"/>
            </a:pPr>
            <a:endParaRPr lang="en-US" sz="1500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19112" lvl="1" indent="-259556" algn="l">
              <a:lnSpc>
                <a:spcPts val="1800"/>
              </a:lnSpc>
              <a:buFont typeface="Arial"/>
              <a:buChar char="•"/>
            </a:pPr>
            <a:endParaRPr lang="en-US" sz="1500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19112" lvl="1" indent="-259556" algn="l">
              <a:lnSpc>
                <a:spcPts val="1800"/>
              </a:lnSpc>
              <a:buFont typeface="Arial"/>
              <a:buChar char="•"/>
            </a:pPr>
            <a:endParaRPr lang="en-US" sz="1500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ts val="1800"/>
              </a:lnSpc>
            </a:pPr>
            <a:endParaRPr lang="en-US" sz="1500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59</Words>
  <Application>Microsoft Office PowerPoint</Application>
  <PresentationFormat>Personnalisé</PresentationFormat>
  <Paragraphs>71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Calibri (MS) Bold</vt:lpstr>
      <vt:lpstr>Arial Bold</vt:lpstr>
      <vt:lpstr>Calibri (MS)</vt:lpstr>
      <vt:lpstr>Arial</vt:lpstr>
      <vt:lpstr>Calibri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 Profile_OFF.pptx</dc:title>
  <cp:lastModifiedBy>Aya FARMATI</cp:lastModifiedBy>
  <cp:revision>4</cp:revision>
  <dcterms:created xsi:type="dcterms:W3CDTF">2006-08-16T00:00:00Z</dcterms:created>
  <dcterms:modified xsi:type="dcterms:W3CDTF">2026-08-07T10:17:38Z</dcterms:modified>
  <dc:identifier>DAHQrihl2Og</dc:identifier>
</cp:coreProperties>
</file>