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Arial" panose="020B0604020202020204" pitchFamily="34" charset="0"/>
      <p:regular r:id="rId4"/>
    </p:embeddedFont>
    <p:embeddedFont>
      <p:font typeface="Arial Bold" panose="020B0604020202020204" charset="0"/>
      <p:regular r:id="rId5"/>
    </p:embeddedFont>
    <p:embeddedFont>
      <p:font typeface="Calibri" panose="020F0502020204030204" pitchFamily="34" charset="0"/>
      <p:regular r:id="rId6"/>
      <p:bold r:id="rId7"/>
      <p:italic r:id="rId8"/>
      <p:boldItalic r:id="rId9"/>
    </p:embeddedFont>
    <p:embeddedFont>
      <p:font typeface="Calibri (MS)" panose="020B0604020202020204" charset="0"/>
      <p:regular r:id="rId10"/>
    </p:embeddedFont>
    <p:embeddedFont>
      <p:font typeface="Calibri (MS)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35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‹N°›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8846963" y="845963"/>
            <a:ext cx="594065" cy="18288000"/>
            <a:chOff x="0" y="0"/>
            <a:chExt cx="792086" cy="24384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92099" cy="24384000"/>
            </a:xfrm>
            <a:custGeom>
              <a:avLst/>
              <a:gdLst/>
              <a:ahLst/>
              <a:cxnLst/>
              <a:rect l="l" t="t" r="r" b="b"/>
              <a:pathLst>
                <a:path w="792099" h="24384000">
                  <a:moveTo>
                    <a:pt x="0" y="0"/>
                  </a:moveTo>
                  <a:lnTo>
                    <a:pt x="792099" y="0"/>
                  </a:lnTo>
                  <a:lnTo>
                    <a:pt x="792099" y="24384000"/>
                  </a:lnTo>
                  <a:lnTo>
                    <a:pt x="0" y="24384000"/>
                  </a:lnTo>
                  <a:close/>
                </a:path>
              </a:pathLst>
            </a:custGeom>
            <a:solidFill>
              <a:srgbClr val="17456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69662" y="9835115"/>
            <a:ext cx="1559433" cy="309705"/>
            <a:chOff x="0" y="0"/>
            <a:chExt cx="2079244" cy="4129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79244" cy="412877"/>
            </a:xfrm>
            <a:custGeom>
              <a:avLst/>
              <a:gdLst/>
              <a:ahLst/>
              <a:cxnLst/>
              <a:rect l="l" t="t" r="r" b="b"/>
              <a:pathLst>
                <a:path w="2079244" h="412877">
                  <a:moveTo>
                    <a:pt x="0" y="0"/>
                  </a:moveTo>
                  <a:lnTo>
                    <a:pt x="2079244" y="0"/>
                  </a:lnTo>
                  <a:lnTo>
                    <a:pt x="2079244" y="412877"/>
                  </a:lnTo>
                  <a:lnTo>
                    <a:pt x="0" y="412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719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217085" y="1493387"/>
            <a:ext cx="833123" cy="106680"/>
            <a:chOff x="0" y="0"/>
            <a:chExt cx="1110831" cy="1422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10869" cy="142240"/>
            </a:xfrm>
            <a:custGeom>
              <a:avLst/>
              <a:gdLst/>
              <a:ahLst/>
              <a:cxnLst/>
              <a:rect l="l" t="t" r="r" b="b"/>
              <a:pathLst>
                <a:path w="1110869" h="142240">
                  <a:moveTo>
                    <a:pt x="0" y="0"/>
                  </a:moveTo>
                  <a:lnTo>
                    <a:pt x="1110869" y="0"/>
                  </a:lnTo>
                  <a:lnTo>
                    <a:pt x="1110869" y="142240"/>
                  </a:lnTo>
                  <a:lnTo>
                    <a:pt x="0" y="142240"/>
                  </a:lnTo>
                  <a:close/>
                </a:path>
              </a:pathLst>
            </a:custGeom>
            <a:solidFill>
              <a:srgbClr val="174564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-4877" y="-9525"/>
            <a:ext cx="4049420" cy="9740132"/>
          </a:xfrm>
          <a:custGeom>
            <a:avLst/>
            <a:gdLst/>
            <a:ahLst/>
            <a:cxnLst/>
            <a:rect l="l" t="t" r="r" b="b"/>
            <a:pathLst>
              <a:path w="4049420" h="9740132">
                <a:moveTo>
                  <a:pt x="0" y="0"/>
                </a:moveTo>
                <a:lnTo>
                  <a:pt x="4049421" y="0"/>
                </a:lnTo>
                <a:lnTo>
                  <a:pt x="4049421" y="9740132"/>
                </a:lnTo>
                <a:lnTo>
                  <a:pt x="0" y="97401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179056" y="144066"/>
            <a:ext cx="12683033" cy="663702"/>
          </a:xfrm>
          <a:custGeom>
            <a:avLst/>
            <a:gdLst/>
            <a:ahLst/>
            <a:cxnLst/>
            <a:rect l="l" t="t" r="r" b="b"/>
            <a:pathLst>
              <a:path w="12683033" h="663702">
                <a:moveTo>
                  <a:pt x="0" y="0"/>
                </a:moveTo>
                <a:lnTo>
                  <a:pt x="12683032" y="0"/>
                </a:lnTo>
                <a:lnTo>
                  <a:pt x="12683032" y="663702"/>
                </a:lnTo>
                <a:lnTo>
                  <a:pt x="0" y="6637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734044" y="527399"/>
            <a:ext cx="2384412" cy="408851"/>
            <a:chOff x="0" y="0"/>
            <a:chExt cx="3179216" cy="5451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79191" cy="545084"/>
            </a:xfrm>
            <a:custGeom>
              <a:avLst/>
              <a:gdLst/>
              <a:ahLst/>
              <a:cxnLst/>
              <a:rect l="l" t="t" r="r" b="b"/>
              <a:pathLst>
                <a:path w="3179191" h="545084">
                  <a:moveTo>
                    <a:pt x="0" y="0"/>
                  </a:moveTo>
                  <a:lnTo>
                    <a:pt x="3179191" y="0"/>
                  </a:lnTo>
                  <a:lnTo>
                    <a:pt x="3179191" y="545084"/>
                  </a:lnTo>
                  <a:lnTo>
                    <a:pt x="0" y="545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b="-9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545125" y="2549138"/>
            <a:ext cx="1390650" cy="73914"/>
            <a:chOff x="0" y="0"/>
            <a:chExt cx="1854200" cy="985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54200" cy="98552"/>
            </a:xfrm>
            <a:custGeom>
              <a:avLst/>
              <a:gdLst/>
              <a:ahLst/>
              <a:cxnLst/>
              <a:rect l="l" t="t" r="r" b="b"/>
              <a:pathLst>
                <a:path w="1854200" h="98552">
                  <a:moveTo>
                    <a:pt x="0" y="0"/>
                  </a:moveTo>
                  <a:lnTo>
                    <a:pt x="1854200" y="0"/>
                  </a:lnTo>
                  <a:lnTo>
                    <a:pt x="1854200" y="98552"/>
                  </a:lnTo>
                  <a:lnTo>
                    <a:pt x="0" y="98552"/>
                  </a:lnTo>
                  <a:close/>
                </a:path>
              </a:pathLst>
            </a:custGeom>
            <a:solidFill>
              <a:srgbClr val="C8215A"/>
            </a:solidFill>
            <a:ln w="19050" cap="sq">
              <a:solidFill>
                <a:srgbClr val="C8215A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090103" y="6292139"/>
            <a:ext cx="2625366" cy="446856"/>
            <a:chOff x="0" y="0"/>
            <a:chExt cx="3500488" cy="59580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00501" cy="595757"/>
            </a:xfrm>
            <a:custGeom>
              <a:avLst/>
              <a:gdLst/>
              <a:ahLst/>
              <a:cxnLst/>
              <a:rect l="l" t="t" r="r" b="b"/>
              <a:pathLst>
                <a:path w="3500501" h="595757">
                  <a:moveTo>
                    <a:pt x="0" y="0"/>
                  </a:moveTo>
                  <a:lnTo>
                    <a:pt x="3500501" y="0"/>
                  </a:lnTo>
                  <a:lnTo>
                    <a:pt x="3500501" y="595757"/>
                  </a:lnTo>
                  <a:lnTo>
                    <a:pt x="0" y="595757"/>
                  </a:lnTo>
                  <a:close/>
                </a:path>
              </a:pathLst>
            </a:custGeom>
            <a:solidFill>
              <a:srgbClr val="1B3A5C"/>
            </a:solidFill>
            <a:ln w="19050" cap="sq">
              <a:solidFill>
                <a:srgbClr val="1B3A5C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3500488" cy="643433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 SKILLS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090103" y="6706229"/>
            <a:ext cx="2625366" cy="51921"/>
            <a:chOff x="0" y="0"/>
            <a:chExt cx="3500488" cy="692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500501" cy="69215"/>
            </a:xfrm>
            <a:custGeom>
              <a:avLst/>
              <a:gdLst/>
              <a:ahLst/>
              <a:cxnLst/>
              <a:rect l="l" t="t" r="r" b="b"/>
              <a:pathLst>
                <a:path w="3500501" h="69215">
                  <a:moveTo>
                    <a:pt x="0" y="0"/>
                  </a:moveTo>
                  <a:lnTo>
                    <a:pt x="3500501" y="0"/>
                  </a:lnTo>
                  <a:lnTo>
                    <a:pt x="3500501" y="69215"/>
                  </a:lnTo>
                  <a:lnTo>
                    <a:pt x="0" y="69215"/>
                  </a:lnTo>
                  <a:close/>
                </a:path>
              </a:pathLst>
            </a:custGeom>
            <a:solidFill>
              <a:srgbClr val="C8215A"/>
            </a:solidFill>
            <a:ln w="19050" cap="sq">
              <a:solidFill>
                <a:srgbClr val="C8215A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9915144" y="6292139"/>
            <a:ext cx="2625385" cy="446722"/>
            <a:chOff x="0" y="0"/>
            <a:chExt cx="3500514" cy="59563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500501" cy="595630"/>
            </a:xfrm>
            <a:custGeom>
              <a:avLst/>
              <a:gdLst/>
              <a:ahLst/>
              <a:cxnLst/>
              <a:rect l="l" t="t" r="r" b="b"/>
              <a:pathLst>
                <a:path w="3500501" h="595630">
                  <a:moveTo>
                    <a:pt x="0" y="0"/>
                  </a:moveTo>
                  <a:lnTo>
                    <a:pt x="3500501" y="0"/>
                  </a:lnTo>
                  <a:lnTo>
                    <a:pt x="3500501" y="595630"/>
                  </a:lnTo>
                  <a:lnTo>
                    <a:pt x="0" y="595630"/>
                  </a:lnTo>
                  <a:close/>
                </a:path>
              </a:pathLst>
            </a:custGeom>
            <a:solidFill>
              <a:srgbClr val="1B3A5C"/>
            </a:solidFill>
            <a:ln w="19050" cap="sq">
              <a:solidFill>
                <a:srgbClr val="1B3A5C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3500514" cy="64325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SOFT SKILLS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915144" y="6706229"/>
            <a:ext cx="2625385" cy="51892"/>
            <a:chOff x="0" y="0"/>
            <a:chExt cx="3500514" cy="6919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500501" cy="69215"/>
            </a:xfrm>
            <a:custGeom>
              <a:avLst/>
              <a:gdLst/>
              <a:ahLst/>
              <a:cxnLst/>
              <a:rect l="l" t="t" r="r" b="b"/>
              <a:pathLst>
                <a:path w="3500501" h="69215">
                  <a:moveTo>
                    <a:pt x="0" y="0"/>
                  </a:moveTo>
                  <a:lnTo>
                    <a:pt x="3500501" y="0"/>
                  </a:lnTo>
                  <a:lnTo>
                    <a:pt x="3500501" y="69215"/>
                  </a:lnTo>
                  <a:lnTo>
                    <a:pt x="0" y="69215"/>
                  </a:lnTo>
                  <a:close/>
                </a:path>
              </a:pathLst>
            </a:custGeom>
            <a:solidFill>
              <a:srgbClr val="C8215A"/>
            </a:solidFill>
            <a:ln w="19050" cap="sq">
              <a:solidFill>
                <a:srgbClr val="C8215A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280021" y="1342234"/>
            <a:ext cx="14032354" cy="4878000"/>
            <a:chOff x="0" y="0"/>
            <a:chExt cx="18709805" cy="6504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8709801" cy="6504000"/>
            </a:xfrm>
            <a:custGeom>
              <a:avLst/>
              <a:gdLst/>
              <a:ahLst/>
              <a:cxnLst/>
              <a:rect l="l" t="t" r="r" b="b"/>
              <a:pathLst>
                <a:path w="18709801" h="6504000">
                  <a:moveTo>
                    <a:pt x="0" y="0"/>
                  </a:moveTo>
                  <a:lnTo>
                    <a:pt x="18709801" y="0"/>
                  </a:lnTo>
                  <a:lnTo>
                    <a:pt x="18709801" y="6504000"/>
                  </a:lnTo>
                  <a:lnTo>
                    <a:pt x="0" y="65040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t="-6051" b="-6051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8709805" cy="6551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91026" lvl="1" indent="-295513" algn="l">
                <a:lnSpc>
                  <a:spcPts val="2690"/>
                </a:lnSpc>
                <a:buFont typeface="Arial"/>
                <a:buChar char="•"/>
              </a:pPr>
              <a:r>
                <a:rPr lang="en-US" sz="195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{{PROJET_DESC}}</a:t>
              </a:r>
            </a:p>
            <a:p>
              <a:pPr algn="l">
                <a:lnSpc>
                  <a:spcPts val="2690"/>
                </a:lnSpc>
              </a:pPr>
              <a:endPara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690"/>
                </a:lnSpc>
              </a:pPr>
              <a:endPara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690"/>
                </a:lnSpc>
              </a:pPr>
              <a:endPara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690"/>
                </a:lnSpc>
              </a:pPr>
              <a:endPara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690"/>
                </a:lnSpc>
              </a:pPr>
              <a:endPara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690"/>
                </a:lnSpc>
              </a:pPr>
              <a:endPara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690"/>
                </a:lnSpc>
              </a:pPr>
              <a:endPara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690"/>
                </a:lnSpc>
              </a:pPr>
              <a:endPara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690"/>
                </a:lnSpc>
              </a:pPr>
              <a:endPara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690"/>
                </a:lnSpc>
              </a:pPr>
              <a:endPara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690"/>
                </a:lnSpc>
              </a:pPr>
              <a:endPara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690"/>
                </a:lnSpc>
              </a:pPr>
              <a:endPara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2690"/>
                </a:lnSpc>
              </a:pPr>
              <a:endPara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 rot="5400000">
            <a:off x="8528790" y="7882785"/>
            <a:ext cx="1390650" cy="73952"/>
            <a:chOff x="0" y="0"/>
            <a:chExt cx="1854200" cy="9860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54200" cy="98552"/>
            </a:xfrm>
            <a:custGeom>
              <a:avLst/>
              <a:gdLst/>
              <a:ahLst/>
              <a:cxnLst/>
              <a:rect l="l" t="t" r="r" b="b"/>
              <a:pathLst>
                <a:path w="1854200" h="98552">
                  <a:moveTo>
                    <a:pt x="0" y="0"/>
                  </a:moveTo>
                  <a:lnTo>
                    <a:pt x="1854200" y="0"/>
                  </a:lnTo>
                  <a:lnTo>
                    <a:pt x="1854200" y="98552"/>
                  </a:lnTo>
                  <a:lnTo>
                    <a:pt x="0" y="98552"/>
                  </a:lnTo>
                  <a:close/>
                </a:path>
              </a:pathLst>
            </a:custGeom>
            <a:solidFill>
              <a:srgbClr val="C8215A"/>
            </a:solidFill>
            <a:ln w="19050" cap="sq">
              <a:solidFill>
                <a:srgbClr val="C8215A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4465246" y="6292139"/>
            <a:ext cx="2625385" cy="446722"/>
            <a:chOff x="0" y="0"/>
            <a:chExt cx="3500514" cy="59563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500501" cy="595630"/>
            </a:xfrm>
            <a:custGeom>
              <a:avLst/>
              <a:gdLst/>
              <a:ahLst/>
              <a:cxnLst/>
              <a:rect l="l" t="t" r="r" b="b"/>
              <a:pathLst>
                <a:path w="3500501" h="595630">
                  <a:moveTo>
                    <a:pt x="0" y="0"/>
                  </a:moveTo>
                  <a:lnTo>
                    <a:pt x="3500501" y="0"/>
                  </a:lnTo>
                  <a:lnTo>
                    <a:pt x="3500501" y="595630"/>
                  </a:lnTo>
                  <a:lnTo>
                    <a:pt x="0" y="595630"/>
                  </a:lnTo>
                  <a:close/>
                </a:path>
              </a:pathLst>
            </a:custGeom>
            <a:solidFill>
              <a:srgbClr val="1B3A5C"/>
            </a:solidFill>
            <a:ln w="19050" cap="sq">
              <a:solidFill>
                <a:srgbClr val="1B3A5C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3500514" cy="643255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TOOLS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4465246" y="6706229"/>
            <a:ext cx="2625385" cy="51892"/>
            <a:chOff x="0" y="0"/>
            <a:chExt cx="3500514" cy="6919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500501" cy="69215"/>
            </a:xfrm>
            <a:custGeom>
              <a:avLst/>
              <a:gdLst/>
              <a:ahLst/>
              <a:cxnLst/>
              <a:rect l="l" t="t" r="r" b="b"/>
              <a:pathLst>
                <a:path w="3500501" h="69215">
                  <a:moveTo>
                    <a:pt x="0" y="0"/>
                  </a:moveTo>
                  <a:lnTo>
                    <a:pt x="3500501" y="0"/>
                  </a:lnTo>
                  <a:lnTo>
                    <a:pt x="3500501" y="69215"/>
                  </a:lnTo>
                  <a:lnTo>
                    <a:pt x="0" y="69215"/>
                  </a:lnTo>
                  <a:close/>
                </a:path>
              </a:pathLst>
            </a:custGeom>
            <a:solidFill>
              <a:srgbClr val="C8215A"/>
            </a:solidFill>
            <a:ln w="19050" cap="sq">
              <a:solidFill>
                <a:srgbClr val="C8215A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 rot="5400000">
            <a:off x="13148586" y="7882785"/>
            <a:ext cx="1390650" cy="73952"/>
            <a:chOff x="0" y="0"/>
            <a:chExt cx="1854200" cy="9860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854200" cy="98552"/>
            </a:xfrm>
            <a:custGeom>
              <a:avLst/>
              <a:gdLst/>
              <a:ahLst/>
              <a:cxnLst/>
              <a:rect l="l" t="t" r="r" b="b"/>
              <a:pathLst>
                <a:path w="1854200" h="98552">
                  <a:moveTo>
                    <a:pt x="0" y="0"/>
                  </a:moveTo>
                  <a:lnTo>
                    <a:pt x="1854200" y="0"/>
                  </a:lnTo>
                  <a:lnTo>
                    <a:pt x="1854200" y="98552"/>
                  </a:lnTo>
                  <a:lnTo>
                    <a:pt x="0" y="98552"/>
                  </a:lnTo>
                  <a:close/>
                </a:path>
              </a:pathLst>
            </a:custGeom>
            <a:solidFill>
              <a:srgbClr val="C8215A"/>
            </a:solidFill>
            <a:ln w="19050" cap="sq">
              <a:solidFill>
                <a:srgbClr val="C8215A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456619" y="6070892"/>
            <a:ext cx="2939291" cy="442978"/>
            <a:chOff x="0" y="0"/>
            <a:chExt cx="3919055" cy="59063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919093" cy="590570"/>
            </a:xfrm>
            <a:custGeom>
              <a:avLst/>
              <a:gdLst/>
              <a:ahLst/>
              <a:cxnLst/>
              <a:rect l="l" t="t" r="r" b="b"/>
              <a:pathLst>
                <a:path w="3919093" h="590570">
                  <a:moveTo>
                    <a:pt x="0" y="0"/>
                  </a:moveTo>
                  <a:lnTo>
                    <a:pt x="3919093" y="0"/>
                  </a:lnTo>
                  <a:lnTo>
                    <a:pt x="3919093" y="590570"/>
                  </a:lnTo>
                  <a:lnTo>
                    <a:pt x="0" y="590570"/>
                  </a:lnTo>
                  <a:close/>
                </a:path>
              </a:pathLst>
            </a:custGeom>
            <a:solidFill>
              <a:srgbClr val="E7E6E6"/>
            </a:solidFill>
            <a:ln w="14288" cap="sq">
              <a:solidFill>
                <a:srgbClr val="174564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3919055" cy="609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0"/>
                </a:lnSpc>
              </a:pPr>
              <a:r>
                <a:rPr lang="en-US" sz="1650" b="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Disponibilité : {{DISPO}}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15504" y="2732215"/>
            <a:ext cx="2621471" cy="3275143"/>
            <a:chOff x="0" y="0"/>
            <a:chExt cx="3495294" cy="4366857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495294" cy="4366895"/>
            </a:xfrm>
            <a:custGeom>
              <a:avLst/>
              <a:gdLst/>
              <a:ahLst/>
              <a:cxnLst/>
              <a:rect l="l" t="t" r="r" b="b"/>
              <a:pathLst>
                <a:path w="3495294" h="4366895">
                  <a:moveTo>
                    <a:pt x="0" y="0"/>
                  </a:moveTo>
                  <a:lnTo>
                    <a:pt x="3495294" y="0"/>
                  </a:lnTo>
                  <a:lnTo>
                    <a:pt x="3495294" y="4366895"/>
                  </a:lnTo>
                  <a:lnTo>
                    <a:pt x="0" y="43668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56251" t="-76223" r="-56251"/>
              </a:stretch>
            </a:blipFill>
          </p:spPr>
        </p:sp>
      </p:grpSp>
      <p:sp>
        <p:nvSpPr>
          <p:cNvPr id="41" name="TextBox 41"/>
          <p:cNvSpPr txBox="1"/>
          <p:nvPr/>
        </p:nvSpPr>
        <p:spPr>
          <a:xfrm>
            <a:off x="14878669" y="9886826"/>
            <a:ext cx="3211668" cy="19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260"/>
              </a:lnSpc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© SEGULA Technologies – Tous droits réservés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280021" y="93326"/>
            <a:ext cx="12331579" cy="7098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979"/>
              </a:lnSpc>
            </a:pPr>
            <a:endParaRPr dirty="0"/>
          </a:p>
          <a:p>
            <a:pPr algn="just">
              <a:lnSpc>
                <a:spcPts val="1584"/>
              </a:lnSpc>
            </a:pPr>
            <a:r>
              <a:rPr lang="en-US" sz="12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EXPERIENCES</a:t>
            </a:r>
            <a:r>
              <a:rPr lang="en-US" sz="12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  <a:p>
            <a:pPr algn="l">
              <a:lnSpc>
                <a:spcPts val="1980"/>
              </a:lnSpc>
            </a:pPr>
            <a:r>
              <a:rPr lang="en-US" sz="165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{{PROJET_TITRE}}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49047" y="1021785"/>
            <a:ext cx="3554397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{{NOM}}</a:t>
            </a:r>
          </a:p>
          <a:p>
            <a:pPr algn="ctr">
              <a:lnSpc>
                <a:spcPts val="2520"/>
              </a:lnSpc>
            </a:pPr>
            <a:endParaRPr lang="en-US"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{{TITRE}}</a:t>
            </a:r>
          </a:p>
          <a:p>
            <a:pPr algn="ctr">
              <a:lnSpc>
                <a:spcPts val="2520"/>
              </a:lnSpc>
            </a:pPr>
            <a:endParaRPr lang="en-US" sz="2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79041" y="7038775"/>
            <a:ext cx="3764547" cy="262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Languages: </a:t>
            </a:r>
          </a:p>
          <a:p>
            <a:pPr algn="l">
              <a:lnSpc>
                <a:spcPts val="2520"/>
              </a:lnSpc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{{LANGUES}}</a:t>
            </a: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519112" lvl="1" indent="-259556" algn="l">
              <a:lnSpc>
                <a:spcPts val="1800"/>
              </a:lnSpc>
              <a:buFont typeface="Arial"/>
              <a:buChar char="•"/>
            </a:pPr>
            <a:endParaRPr lang="en-US" sz="1500" b="1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1800"/>
              </a:lnSpc>
            </a:pPr>
            <a:endParaRPr lang="en-US" sz="1500" b="1" dirty="0">
              <a:solidFill>
                <a:srgbClr val="FFFFFF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4425829" y="7019725"/>
            <a:ext cx="4580401" cy="250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355" lvl="1" indent="-277177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2E2D2C"/>
                </a:solidFill>
                <a:latin typeface="Calibri (MS)"/>
                <a:ea typeface="Calibri (MS)"/>
                <a:cs typeface="Calibri (MS)"/>
                <a:sym typeface="Calibri (MS)"/>
              </a:rPr>
              <a:t>{{HARD}}</a:t>
            </a:r>
          </a:p>
          <a:p>
            <a:pPr marL="646747" lvl="1" indent="-323374" algn="l">
              <a:lnSpc>
                <a:spcPts val="2520"/>
              </a:lnSpc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6747" lvl="1" indent="-323374" algn="l">
              <a:lnSpc>
                <a:spcPts val="2520"/>
              </a:lnSpc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6747" lvl="1" indent="-323374" algn="l">
              <a:lnSpc>
                <a:spcPts val="2520"/>
              </a:lnSpc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6747" lvl="1" indent="-323374" algn="l">
              <a:lnSpc>
                <a:spcPts val="2520"/>
              </a:lnSpc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6747" lvl="1" indent="-323374" algn="l">
              <a:lnSpc>
                <a:spcPts val="2520"/>
              </a:lnSpc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6747" lvl="1" indent="-323374" algn="l">
              <a:lnSpc>
                <a:spcPts val="2520"/>
              </a:lnSpc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6747" lvl="1" indent="-323374" algn="l">
              <a:lnSpc>
                <a:spcPts val="2520"/>
              </a:lnSpc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9488443" y="6941906"/>
            <a:ext cx="4291498" cy="2558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4355" lvl="1" indent="-277177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2E2D2C"/>
                </a:solidFill>
                <a:latin typeface="Calibri (MS)"/>
                <a:ea typeface="Calibri (MS)"/>
                <a:cs typeface="Calibri (MS)"/>
                <a:sym typeface="Calibri (MS)"/>
              </a:rPr>
              <a:t>{{SOFT}}</a:t>
            </a:r>
          </a:p>
          <a:p>
            <a:pPr marL="554355" lvl="1" indent="-277177" algn="l">
              <a:lnSpc>
                <a:spcPts val="2160"/>
              </a:lnSpc>
              <a:buFont typeface="Arial"/>
              <a:buChar char="•"/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54355" lvl="1" indent="-277177" algn="l">
              <a:lnSpc>
                <a:spcPts val="2160"/>
              </a:lnSpc>
              <a:buFont typeface="Arial"/>
              <a:buChar char="•"/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54355" lvl="1" indent="-277177" algn="l">
              <a:lnSpc>
                <a:spcPts val="2160"/>
              </a:lnSpc>
              <a:buFont typeface="Arial"/>
              <a:buChar char="•"/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54355" lvl="1" indent="-277177" algn="l">
              <a:lnSpc>
                <a:spcPts val="2160"/>
              </a:lnSpc>
              <a:buFont typeface="Arial"/>
              <a:buChar char="•"/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277178" lvl="1" algn="l">
              <a:lnSpc>
                <a:spcPts val="2160"/>
              </a:lnSpc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54355" lvl="1" indent="-277177" algn="l">
              <a:lnSpc>
                <a:spcPts val="2160"/>
              </a:lnSpc>
              <a:buFont typeface="Arial"/>
              <a:buChar char="•"/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54355" lvl="1" indent="-277177" algn="l">
              <a:lnSpc>
                <a:spcPts val="2160"/>
              </a:lnSpc>
              <a:buFont typeface="Arial"/>
              <a:buChar char="•"/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646747" lvl="1" indent="-323374" algn="l">
              <a:lnSpc>
                <a:spcPts val="2520"/>
              </a:lnSpc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4347050" y="6941896"/>
            <a:ext cx="3873903" cy="2558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r>
              <a:rPr lang="en-US" sz="1800" dirty="0">
                <a:solidFill>
                  <a:srgbClr val="2E2D2C"/>
                </a:solidFill>
                <a:latin typeface="Calibri (MS)"/>
                <a:ea typeface="Calibri (MS)"/>
                <a:cs typeface="Calibri (MS)"/>
                <a:sym typeface="Calibri (MS)"/>
              </a:rPr>
              <a:t>{{OUTILS}}</a:t>
            </a: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endParaRPr lang="en-US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388620" lvl="1" indent="-194310" algn="l">
              <a:lnSpc>
                <a:spcPts val="2160"/>
              </a:lnSpc>
              <a:buFont typeface="Arial"/>
              <a:buChar char="•"/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702310" lvl="1" indent="-351155" algn="l">
              <a:lnSpc>
                <a:spcPts val="2520"/>
              </a:lnSpc>
            </a:pPr>
            <a:endParaRPr lang="en-US" sz="1800" dirty="0">
              <a:solidFill>
                <a:srgbClr val="2E2D2C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602155" y="2688577"/>
            <a:ext cx="2621471" cy="34327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90"/>
              </a:lnSpc>
              <a:spcBef>
                <a:spcPct val="0"/>
              </a:spcBef>
            </a:pPr>
            <a:r>
              <a:rPr lang="en-US" sz="19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{{PHOTO}}</a:t>
            </a:r>
          </a:p>
          <a:p>
            <a:pPr algn="ctr">
              <a:lnSpc>
                <a:spcPts val="2690"/>
              </a:lnSpc>
              <a:spcBef>
                <a:spcPct val="0"/>
              </a:spcBef>
            </a:pPr>
            <a:endParaRPr lang="en-US" sz="19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2690"/>
              </a:lnSpc>
              <a:spcBef>
                <a:spcPct val="0"/>
              </a:spcBef>
            </a:pPr>
            <a:endParaRPr lang="en-US" sz="19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2690"/>
              </a:lnSpc>
              <a:spcBef>
                <a:spcPct val="0"/>
              </a:spcBef>
            </a:pPr>
            <a:endParaRPr lang="en-US" sz="19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2690"/>
              </a:lnSpc>
              <a:spcBef>
                <a:spcPct val="0"/>
              </a:spcBef>
            </a:pPr>
            <a:endParaRPr lang="en-US" sz="19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2690"/>
              </a:lnSpc>
              <a:spcBef>
                <a:spcPct val="0"/>
              </a:spcBef>
            </a:pPr>
            <a:endParaRPr lang="en-US" sz="19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2690"/>
              </a:lnSpc>
              <a:spcBef>
                <a:spcPct val="0"/>
              </a:spcBef>
            </a:pPr>
            <a:endParaRPr lang="en-US" sz="19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2690"/>
              </a:lnSpc>
              <a:spcBef>
                <a:spcPct val="0"/>
              </a:spcBef>
            </a:pPr>
            <a:endParaRPr lang="en-US" sz="19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2690"/>
              </a:lnSpc>
              <a:spcBef>
                <a:spcPct val="0"/>
              </a:spcBef>
            </a:pPr>
            <a:endParaRPr lang="en-US" sz="19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ts val="2690"/>
              </a:lnSpc>
              <a:spcBef>
                <a:spcPct val="0"/>
              </a:spcBef>
            </a:pPr>
            <a:endParaRPr lang="en-US" sz="195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54</Words>
  <Application>Microsoft Office PowerPoint</Application>
  <PresentationFormat>Personnalisé</PresentationFormat>
  <Paragraphs>63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Arial</vt:lpstr>
      <vt:lpstr>Calibri</vt:lpstr>
      <vt:lpstr>Arial Bold</vt:lpstr>
      <vt:lpstr>Calibri (MS) Bold</vt:lpstr>
      <vt:lpstr>Calibri (MS)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 Profile_OFF.pptx</dc:title>
  <cp:lastModifiedBy>Aya FARMATI</cp:lastModifiedBy>
  <cp:revision>2</cp:revision>
  <dcterms:created xsi:type="dcterms:W3CDTF">2006-08-16T00:00:00Z</dcterms:created>
  <dcterms:modified xsi:type="dcterms:W3CDTF">2026-07-28T15:42:47Z</dcterms:modified>
  <dc:identifier>DAHQrihl2Og</dc:identifier>
</cp:coreProperties>
</file>